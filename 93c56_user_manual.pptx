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737360"/>
            <a:ext cx="941832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5029200"/>
            <a:ext cx="941832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</a:rPr>
              <a:t>DAGI Tip Programmer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803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</a:rPr>
              <a:t>93C46 EEPROM 대량 프로그래밍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2044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04040"/>
                </a:solidFill>
              </a:rPr>
              <a:t>사 용 설 명 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1264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</a:rPr>
              <a:t>DSI 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</a:rPr>
              <a:t>제품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18288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제품명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463040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DAGI Tip Programmer (93C46 대량 프로그래밍 시스템)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874520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DAGI Tip PCB 보드의 93C46 EEPROM 12개 동시 프로그래밍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124712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제어 MCU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86000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STM32H562RGT6 @ 32 MHz  /  FreeRTOS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112471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9748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지원 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97480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93C46  (1 Kbit · 128x8 bit · 7-bit 주소)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1124712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0896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슬롯 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108960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12슬롯 (CS00 ~ CS11) 동시 프로그래밍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74720"/>
            <a:ext cx="112471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20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음성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520440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한국어 TTS 7종  /  16 kHz · 16-bit mono PCM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86200"/>
            <a:ext cx="1124712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3192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LED 표시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931920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SK9822 RGB LED 12개 — 슬롯별 진행 / 결과 표시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97680"/>
            <a:ext cx="112471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34340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디버그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343400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UART1 115200 bps  (PB14 TX / PB15 RX)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</a:rPr>
              <a:t>사용 전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18288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7218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전원 연결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465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프로그래머 보드에 DC 전원을 공급합니다.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86000"/>
            <a:ext cx="384048" cy="384048"/>
          </a:xfrm>
          <a:prstGeom prst="ellipse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4028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빈 보드 준비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694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EEPROM이 장착된 DAGI Tip PCB 보드를 준비합니다.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108960"/>
            <a:ext cx="384048" cy="384048"/>
          </a:xfrm>
          <a:prstGeom prst="ellipse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1810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6324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LED 패턴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924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12개 LED가 순차 점등 쇼를 반복하며 보드 삽입 대기 상태임을 알립니다.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931920"/>
            <a:ext cx="384048" cy="384048"/>
          </a:xfrm>
          <a:prstGeom prst="ellipse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4106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8620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음성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153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'디아지용 팁 보드를 올려주세요' 후 10초마다 '새 보드를 올려 주십시요'가 반복됩니다.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</a:rPr>
              <a:t>프로그래밍 절차 (단계별)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18288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3749039" cy="233172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7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보드 삽입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67128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DAGI Tip 보드를 프로그래머 소켓에 올려 놓습니다.
보드 감지 시 파란 LED 전체 점멸 시작.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399" y="1417320"/>
            <a:ext cx="3749039" cy="233172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39" y="1490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39" y="17647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2초 안정화 대기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39" y="2167128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파란 LED 점멸 약 2초 동안 보드를 가볍게
눌러 접촉을 확보해 주세요.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38" y="1417320"/>
            <a:ext cx="3749039" cy="233172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8" y="1490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8" y="17647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연결 재확인 (자동)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8" y="2167128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2초 후 12개 EEPROM 접촉 자동 확인.
접촉 불량 시 STEP 1로 자동 재시작.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77640"/>
            <a:ext cx="3749039" cy="233172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50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251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프로그래밍 시작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27448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'프로그램을 시작합니다' 음성 후
CS00~CS11 순서로 기록 진행.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399" y="3977640"/>
            <a:ext cx="3749039" cy="233172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39" y="4050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39" y="43251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결과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39" y="4727448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흰색 LED = 정상 완료
적색 LED = 불량 / 미접촉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38" y="3977640"/>
            <a:ext cx="3749039" cy="233172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8" y="4050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STEP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8" y="43251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보드 분리 후 교체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8" y="4727448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'보드를 분리하여 주십시요' 안내 후 제거.
'새 보드를 올려 주십시요' 안내 -&gt; STEP 1 반복.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</a:rPr>
              <a:t>LED 표시 의미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18288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474720"/>
                <a:gridCol w="548640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LED 색상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상태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설명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파란색 점멸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보드 감지 / 안정화 대기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보드 삽입 감지 후 2초 안정화 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파란색 점등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프로그래밍 진행 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해당 슬롯 EEPROM 기록 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흰색 점등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프로그래밍 완료 (정상)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해당 슬롯 Write + Verify 성공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적색 점등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불량 / 미접촉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Write 실패 또는 칩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무지개 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대기 중 (보드 없음)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8가지 순환 패턴 — 보드 삽입 대기 상태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전체 소등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초기화 중 / 전원 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※ 각 슬롯(CS00~CS11)의 LED가 독립적으로 상태를 표시합니다.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</a:rPr>
              <a:t>음성 안내 목록 (7종)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18288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16 kHz · 16-bit mono PCM  /  한국어 TTS (Microsoft Heami)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6675120"/>
                <a:gridCol w="40690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음성 내용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출력 시점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디아지용 팁 보드를 올려주세요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시작 시 1회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프로그램이 완료되었습니다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프로그래밍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적색 표시는 불량입니다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불량 칩 존재 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보드를 분리하여 주십시요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완료 후 보드 제거 요청 (30초 반복)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보드가 분리되었습니다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보드 제거 감지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새 보드를 올려 주십시요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보드 분리 후 + 10초마다 반복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프로그램을 시작합니다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2초 안정화 후 프로그래밍 직전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</a:rPr>
              <a:t>주의사항 및 오류 대처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247120" cy="18288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90472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[ 주의 1 ]  보드 삽입 시 접촉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19656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보드 삽입 후 파란 LED 점멸 2초 동안 보드를 가볍게 눌러 접촉을 확보하세요.
접촉 불량 -&gt; 연결 재확인 실패 -&gt; 자동으로 대기 화면(State A)으로 복귀합니다.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79192"/>
            <a:ext cx="1124712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52344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[ 주의 2 ]  적색 LED 슬롯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8152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프로그래밍 완료 후 적색 LED 슬롯은 EEPROM 불량 또는 미접촉 상태입니다.
해당 위치의 EEPROM 및 소켓 접촉 상태를 확인하세요.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41064"/>
            <a:ext cx="1124712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014216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[ 주의 3 ]  프로그래밍 중 전원 차단 금지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4340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프로그래밍 진행 중(파란 LED 점등) 전원을 끊으면 EEPROM 데이터가 손상됩니다.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202936"/>
            <a:ext cx="1124712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276088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[ 안내 ]  연속 프로그래밍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60527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보드 분리 -&gt; '새 보드를 올려 주십시요' 안내 -&gt; 다음 보드 삽입 -&gt; STEP 1 반복.
전원을 끄지 않고 보드 교체만으로 연속 작업이 가능합니다.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
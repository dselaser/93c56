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메모리 보드 검사기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STM32H562RGT6  +  FreeRTOS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초보자를 위한 프로그램 설명서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DSE Laser  |  2026.04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RGT6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x12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앰프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16ch MUX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커넥터 x12  (6핀: VCC, GND, CS, CLK, DI, DO)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605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보드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4열 x 3행 = 12개  (93C46: 128B 또는 93C56: 256B, 자동 식별)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소스 파일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ee93c56.h / .c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Microwire 비트뱅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CLK/DIN/DOUT + CD4067 MUX 제어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sk9822.h / .c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 (APA102 호환) LED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프로토콜, 12개 LED 제어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03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voice_data.h / .c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560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PCM 데이터 (8kHz 16bit 모노)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TTS 자동 생성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app_freertos.c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상태 머신 + 보드 감지 태스크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쇼, 검사, 프로그래밍, 음성 재생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 초기화 (SPI1, I2S3, UART1)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초기화, FreeRTOS 커널 시작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FreeRTOS 태스크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이름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128x4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루프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(CubeMX 자동 생성)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mainAppTask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21031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1031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 + 메모리 검사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프로그래밍 + 음성 재생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2743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BelowNormal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7432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백그라운드 보드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(읽기 전용, 안전)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간 통신 (volatile 전역 변수)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g_board_present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보드 감지 플래그 (true/false)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g_detected[12]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칩별 감지 상태 배열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g_detect_enable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감지 태스크 활성화/비활성화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상태 머신 흐름도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+ LED 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05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인트로: "디에스이 아이엔시의 디아지 팁용 프로그래머입니다"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"팁 보드를 올려주세요" + LED 8패턴(A~H)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95528" y="150876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 감지 + 칩 식별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detectTask 백그라운드 감지 -&gt; 안정화 확인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칩 식별: "93C56 보드입니다" / "93C46 보드입니다"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" y="22860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검사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2560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0xAA, 0x55 쓰기/읽기 검증 (전 비트 전환 확인)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백색=정상, 적색=불량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" y="306324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0x00 쓰기 + 검증 (93C46:128B / 93C56:256B)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청색=완료, 적색=불량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384048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/ 보드 제거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"프로그램 완료" -&gt; "보드를 분리하세요" (30초 반복)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 감지 -&gt; "보드가 분리되었습니다" -&gt; 상태 A 복귀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-&gt; A  (무한 반복)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쇼 - 8가지 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번호순 왕복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U19-&gt;U30-&gt;U19 순차 ON-OFF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578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지그재그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5780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 단위 상하 뱀 형태 이동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쓸기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그룹이 좌상-&gt;우하 이동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5780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소용돌이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외곽에서 중심으로 나선 이동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확산/수축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중심에서 퍼졌다 다시 모임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랜덤 반짝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5780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무작위 위치에 별처럼 반짝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행/열 스캔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1행 전체 ON-&gt;OFF, 다음 열 스캔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체커보드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체스판처럼 흑백 교대 깜빡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패턴마다 다른 색상 사용 (등휘도 보정 적용).  A~H 전체 완료 후 음성 출력.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Microwire 프로토콜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vs 93C56 비교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(x8)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(x8)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55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1Kbit (128 x 8)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2Kbit (256 x 8)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9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 비트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7비트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8비트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길이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SB+OP+7 = 10비트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SB+OP+8 = 11비트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57860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 방법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실패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성공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자동으로 식별하여 주소 비트와 메모리 크기를 전환합니다.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명령어 형식 (x8 모드)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1비트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17320" y="3703320"/>
            <a:ext cx="6400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3703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17320" y="3977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2비트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703320"/>
            <a:ext cx="20116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39776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or 8비트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60520" y="3703320"/>
            <a:ext cx="22860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6052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(읽기/쓰기)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명령어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008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 (10)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주소에서 8비트 읽기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EWEN (00+11xx)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허용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(01)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5176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 8비트 쓰기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4632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EWDS (00+00xx)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금지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메모리 셀 검사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 / 0x55 패턴 검사란?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0xAA = 10101010  /  0x55 = 01010101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비트가 0 -&gt; 1 -&gt; 0 으로 전환되는지 확인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x 256주소 x 2패스 = 칩당 총 1,024회 쓰기/읽기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 가능한 결함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 AA 쓰기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 55 쓰기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모든 비트가 0과 1 모두 저장/읽기 가능한지 확인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26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0으로 고정된 비트 검출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926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1로 고정된 비트 검출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4480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비트 간섭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926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이웃 비트와 합선(bridging) 검출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안전 설계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포그핀 접촉 불안정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손으로 메모리 보드를 올릴 때 일부 핀만 먼저 접촉될 수 있음.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불완전 접촉 상태에서 EEPROM에 쓰기 하면 데이터 손상 위험.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해결: 2단계 감지 방식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1단계: detectTask (백그라운드)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EE_DetectReadOnly()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읽기만 수행 - 쓰기 없음 (안전)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 연속 동일 결과 확인 (디바운싱)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31546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2단계: mainAppTask (확정)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 + 쓰기/읽기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 접촉 확인 후에만 쓰기 수행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메모리 검사/프로그래밍 진행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호환성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ee_wait_ready() 에서 HAL_GetTick() 대신 루프 카운터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(FreeRTOS 환경에서 HAL_GetTick이 증가하지 않는 문제 해결)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GPIO 핀 매핑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(SK9822 LED)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PA5 (SCK), PA7 (MOSI)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I2S3 (음성 앰프)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PA4 (WS), PB2 (SDO), PC10 (CK)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057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CLK / DIN / DOUT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/ PC0 / PC1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423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MUX A,B,C,D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24231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PC6, PC7, PC8, PC9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788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INHIBIT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788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CS0 ~ CS3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154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PA9, PA10, PA11, PA12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~ CS8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5204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PB4, PB5, PB6, PB7, PB9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~ CS11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89120" y="38862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PC11, PC12, PD2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251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 SD_MODE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89120" y="4251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PB8 (R47 풀업, GPIO 미사용)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등휘도 보정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눈 감응도 (ITU-R BT.709):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0.2126 x R  +  0.7152 x G  +  0.0722 x 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RGB 값이라도 녹색이 적색보다 3.4배, 청색보다 10배 밝게 보임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보정된 색상값 (체감 밝기 Y ~ 108 통일)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밝기 레지스터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체감 밝기 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175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45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255, 0, 0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30175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0, 0, 255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3375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657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0, 76, 0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945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200, 20, 0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39776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976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0, 50, 255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2976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6177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945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180, 0, 200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46177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음성 메시지 안내 (8종)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Windows TTS(Heami)에서 자동 생성, 8kHz 16bit 모노 PCM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내용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15361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이장치는 디에스이 아이엔시의 디아지 팁용 프로그래머입니다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536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직후 (최초 1회)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385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디아지용 팁 보드를 올려주세요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938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A: LED 쇼 중 보드 대기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4086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23408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완료되었습니다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3408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프로그래밍 성공 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43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 표시는 불량입니다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불량 칩이 있을 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145536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31455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보드를 분리하여 주십시요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145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요청 (30초 반복)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47872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보드입니다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547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93C56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950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584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보드입니다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39502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93C46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4352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05840" y="43525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보드가 분리되었습니다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4880" y="43525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감지 직후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37744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/ 93C56 자동 식별 및 이중 지원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EEPROM 자동 검사 및 0x00 초기화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3개 태스크 (메인 + 감지 + 기본)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불안정 대비: 읽기 전용 감지 + 3회 디바운싱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0xAA/0x55 패턴으로 전 비트 정상 동작 확인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8가지 LED 쇼 패턴 (등휘도 6색 순환)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TTS 음성 안내 8종 자동 생성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93C56 Memory Board Tester</dc:title>
  <dc:subject>PptxGenJS Presentation</dc:subject>
  <dc:creator>DSE Laser</dc:creator>
  <cp:lastModifiedBy>DSE Laser</cp:lastModifiedBy>
  <cp:revision>1</cp:revision>
  <dcterms:created xsi:type="dcterms:W3CDTF">2026-04-12T09:50:06Z</dcterms:created>
  <dcterms:modified xsi:type="dcterms:W3CDTF">2026-04-12T09:50:06Z</dcterms:modified>
</cp:coreProperties>
</file>
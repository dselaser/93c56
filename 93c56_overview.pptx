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66" y="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1987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93C56 메모리 보드 검사기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STM32H562RGT6  +  FreeRTOS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초보자를 위한 프로그램 설명서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DSE Laser  |  2026.04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시스템 구성도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메인 보드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1645920" cy="6400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STM32H562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RGT6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1645920"/>
            <a:ext cx="1097280" cy="6400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92608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SK9822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x12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2560320"/>
            <a:ext cx="1645920" cy="5486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MAX98357A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앰프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926080" y="2560320"/>
            <a:ext cx="1097280" cy="5486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926080" y="2560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16ch MUX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 커넥터 x12  (6핀: VCC, GND, CS, CLK, DI, DO)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297680" y="2926080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16052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84632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보드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1208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21208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03504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03504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85800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68096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768096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21208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21208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03504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5800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85800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68096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768096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U8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21208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21208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U9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03504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603504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85800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85800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U11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68096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768096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U12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846320" y="3931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4열 x 3행 = 12개  (93C46: 128B 또는 93C56: 256B, 자동 식별)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소스 파일 구조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ee93c56.h / .c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005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Microwire 비트뱅 드라이버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CLK/DIN/DOUT + CD4067 MUX 제어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sk9822.h / .c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7830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SK9822 (APA102 호환) LED 드라이버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SPI1 프로토콜, 12개 LED 제어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voice_data.h / .c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5603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PCM 데이터 (8kHz 16bit 모노)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gen_voice.py 로 TTS 자동 생성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app_freertos.c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33375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메인 상태 머신 + 보드 감지 태스크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쇼, 검사, 프로그래밍, 음성 재생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48640" y="4114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41148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 초기화 (SPI1, I2S3, UART1)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초기화, FreeRTOS 커널 시작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FreeRTOS 태스크 구조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이름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60320" y="1005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0" y="1005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9436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14630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defaultTask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146304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128x4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14630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 루프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(CubeMX 자동 생성)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21031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mainAppTask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21031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1920" y="21031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256x4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1031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쇼 + 메모리 검사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프로그래밍 + 음성 재생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43200"/>
            <a:ext cx="8229600" cy="59436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48640" y="2743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detectTask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60320" y="27432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BelowNormal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74320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256x4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2743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백그라운드 보드 감지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(읽기 전용, 안전)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간 통신 (volatile 전역 변수)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39776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g_board_present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보드 감지 플래그 (true/false)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g_detected[12] 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칩별 감지 상태 배열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g_detect_enable </a:t>
            </a: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감지 태스크 활성화/비활성화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상태 머신 흐름도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ON + LED 쇼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1005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인트로: "디에스이 아이엔시의 디아지 팁용 프로그래머입니다"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"팁 보드를 올려주세요" + LED 8패턴(A~H)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95528" y="150876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 감지 + 칩 식별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17830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detectTask 백그라운드 감지 -&gt; 안정화 확인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칩 식별: "93C56 보드입니다" / "93C46 보드입니다"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5528" y="228600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2560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검사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2560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0xAA, 0x55 쓰기/읽기 검증 (전 비트 전환 확인)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LED: 백색=정상, 적색=불량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95528" y="306324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4864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337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프로그래밍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661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0x00 쓰기 + 검증 (93C46:128B / 93C56:256B)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LED: 청색=완료, 적색=불량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5528" y="384048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4864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/ 보드 제거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66160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"프로그램 완료" -&gt; "보드를 분리하세요" (30초 반복)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분리 감지 -&gt; "보드가 분리되었습니다" -&gt; 상태 A 복귀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-&gt; A  (무한 반복)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쇼 - 8가지 패턴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번호순 왕복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U19-&gt;U30-&gt;U19 순차 ON-OFF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5780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세로 지그재그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57800" y="1207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 단위 상하 뱀 형태 이동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572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대각선 쓸기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212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대각선 그룹이 좌상-&gt;우하 이동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01168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7548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25780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소용돌이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212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외곽에서 중심으로 나선 이동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확산/수축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중심에서 퍼졌다 다시 모임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257800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랜덤 반짝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57800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무작위 위치에 별처럼 반짝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60120" y="40233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행/열 스캔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012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1행 전체 ON-&gt;OFF, 다음 열 스캔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402336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75488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57800" y="40233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체커보드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5780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체스판처럼 흑백 교대 깜빡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패턴마다 다른 색상 사용 (등휘도 보정 적용).  A~H 전체 완료 후 음성 출력.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93C56 Microwire 프로토콜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vs 93C56 비교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417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(x8)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(x8)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755648"/>
            <a:ext cx="7863840" cy="25603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31520" y="17556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1Kbit (128 x 8)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2Kbit (256 x 8)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02996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31520" y="20299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 비트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0" y="2029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7비트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0" y="2029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8비트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304288"/>
            <a:ext cx="7863840" cy="25603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2304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 길이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0" y="2304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SB+OP+7 = 10비트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2304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SB+OP+8 = 11비트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57860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31520" y="25786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식별 방법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00400" y="2578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 200 쓰기 실패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578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 200 쓰기 성공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28803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프로그램이 자동으로 식별하여 주소 비트와 메모리 크기를 전환합니다.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40080" y="3200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명령어 형식 (x8 모드)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14400" y="3703320"/>
            <a:ext cx="4572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14400" y="3703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14400" y="3977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1비트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417320" y="3703320"/>
            <a:ext cx="64008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1417320" y="3703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417320" y="39776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2비트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03120" y="3703320"/>
            <a:ext cx="201168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2103120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103120" y="39776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or 8비트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160520" y="3703320"/>
            <a:ext cx="22860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416052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60520" y="3977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8비트 (읽기/쓰기)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64008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명령어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40080" y="4773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 (10)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5176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주소에서 8비트 읽기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46320" y="4773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EWEN (00+11xx)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85800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허용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08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(01)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651760" y="49743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주소에 8비트 쓰기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4632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EWDS (00+00xx)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58000" y="49743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금지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메모리 셀 검사 방법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 / 0x55 패턴 검사란?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0xAA = 10101010  /  0x55 = 01010101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비트가 0 -&gt; 1 -&gt; 0 으로 전환되는지 확인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8비트 x 256주소 x 2패스 = 칩당 총 1,024회 쓰기/읽기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검출 가능한 결함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1:  AA 쓰기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5603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175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0175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4747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319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9319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3891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8463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53035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7607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7607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2:  55 쓰기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25603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175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30175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747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34747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9319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39319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891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43891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463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48463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3035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53035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7607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57607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0936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 모든 비트가 0과 1 모두 저장/읽기 가능한지 확인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0080" y="3840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Stuck-at-0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2608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항상 0으로 고정된 비트 검출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080" y="4160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Stuck-at-1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92608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항상 1로 고정된 비트 검출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40080" y="4480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인접 비트 간섭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92608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이웃 비트와 합선(bridging) 검출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안전 설계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 포그핀 접촉 불안정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손으로 메모리 보드를 올릴 때 일부 핀만 먼저 접촉될 수 있음.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불완전 접촉 상태에서 EEPROM에 쓰기 하면 데이터 손상 위험.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해결: 2단계 감지 방식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3657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1단계: detectTask (백그라운드)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3154680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206240" y="2834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46320" y="2606040"/>
            <a:ext cx="3657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2단계: mainAppTask (확정)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EE_Detect() + 쓰기/읽기 검증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 접촉 확인 후에만 쓰기 수행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이후 메모리 검사/프로그래밍 진행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FreeRTOS 호환성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26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ee_wait_ready() 에서 HAL_GetTick() 대신 루프 카운터 사용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(FreeRTOS 환경에서 HAL_GetTick이 증가하지 않는 문제 해결)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GPIO 핀 매핑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1325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SPI1 (SK9822 LED)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0" y="1325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PA5 (SCK), PA7 (MOSI)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I2S3 (음성 앰프)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16916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PA4 (WS), PB2 (SDO), PC10 (CK)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05740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48640" y="20574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CLK / DIN / DOUT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20574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PA8 / PC0 / PC1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48640" y="24231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 MUX A,B,C,D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89120" y="24231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PC6, PC7, PC8, PC9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8892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48640" y="27889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 INHIBIT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27889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PB12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48640" y="31546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CS0 ~ CS3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0" y="31546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PA9, PA10, PA11, PA12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48640" y="3520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CS4 ~ CS8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89120" y="35204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PB4, PB5, PB6, PB7, PB9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48640" y="38862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~ CS11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389120" y="38862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PC11, PC12, PD2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25196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48640" y="4251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MAX98357A SD_MODE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89120" y="42519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PB8 (R47 풀업, GPIO 미사용)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" y="4639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389120" y="4639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등휘도 보정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 눈 감응도 (ITU-R BT.709):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0.2126 x R  +  0.7152 x G  +  0.0722 x B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RGB 값이라도 녹색이 적색보다 3.4배, 청색보다 10배 밝게 보임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보정된 색상값 (체감 밝기 Y ~ 108 통일)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색상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 값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2606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밝기 레지스터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093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체감 밝기 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301752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94560" y="30175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255, 0, 0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30175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30175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48640" y="33375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4560" y="33375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0, 0, 255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333756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br=12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33375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65760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48640" y="365760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94560" y="36576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0, 76, 0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365760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09360" y="36576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194560" y="397764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200, 20, 0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0" y="39776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97764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29768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548640" y="429768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청록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94560" y="429768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0, 50, 255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29768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09360" y="429768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461772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548640" y="461772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자홍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194560" y="46177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180, 0, 200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480560" y="46177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09360" y="46177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</a:rPr>
              <a:t>음성 메시지 안내 (7종)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247120" cy="18288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</a:rPr>
              <a:t>gen_voice.py — Windows TTS (Heami KO)  ·  16 kHz · 16-bit mono PCM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6400800"/>
                <a:gridCol w="425196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음성 내용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사용 시점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디아지용 팁 보드를 올려주세요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상태 A: LED 쇼 중 최초 안내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프로그램이 완료되었습니다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프로그래밍 완료 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적색 표시는 불량입니다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불량 칩 존재 시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보드를 분리하여 주십시요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상태 E: 보드 제거 요청 (30초 반복)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보드가 분리되었습니다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상태 E: 보드 제거 감지 직후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5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새 보드를 올려 주십시요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보드 분리 후 + 10초마다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6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프로그램을 시작합니다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2초 안정화 대기 후 프로그래밍 직전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* = Phase 2 신규 추가  /  8 kHz -&gt; 16 kHz 업그레이드 (자음 명료도 향상)  /  INTRO·IS_93C56·IS_93C46 3종 제거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</a:rPr>
              <a:t>버그 수정 및 신규 기능 (2026.04)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497D"/>
                </a:solidFill>
              </a:rPr>
              <a:t>[ 버그 수정 1 ]  LED 항상 소등 문제</a:t>
            </a:r>
          </a:p>
          <a:p>
            <a:r>
              <a:rPr sz="1300" b="0"/>
              <a:t>원인: led_set()에서 SK9822 brightness가 0으로 하드코딩 → 0xE0 전송 = 완전 꺼짐</a:t>
            </a:r>
          </a:p>
          <a:p>
            <a:r>
              <a:rPr sz="1300" b="0"/>
              <a:t>수정: 색상에 따라 자동 밝기 부여</a:t>
            </a:r>
          </a:p>
          <a:p>
            <a:r>
              <a:rPr sz="1300" b="0"/>
              <a:t>  · 소등 (0,0,0) → br = 0    · 청색 전용 → br = 12 (시감 보정)    · 기타 색상 → br =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78308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497D"/>
                </a:solidFill>
              </a:rPr>
              <a:t>[ 버그 수정 2 ]  0x00 초기화 칩 감지 실패</a:t>
            </a:r>
          </a:p>
          <a:p>
            <a:r>
              <a:rPr sz="1300" b="0"/>
              <a:t>원인: detectTask에서 EE_DetectReadOnly() 사용 → 데이터 0x00이면 칩 없음으로 판정</a:t>
            </a:r>
          </a:p>
          <a:p>
            <a:r>
              <a:rPr sz="1300" b="0"/>
              <a:t>수정: detectTask에서 EE_Detect() 사용 (addr 255에 0xA5 기록 후 읽어 비교)</a:t>
            </a:r>
          </a:p>
          <a:p>
            <a:r>
              <a:rPr sz="1300" b="0"/>
              <a:t>  · 이미 0x00으로 초기화된 칩도 쓰기+읽기로 확실히 감지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880360"/>
            <a:ext cx="8595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497D"/>
                </a:solidFill>
              </a:rPr>
              <a:t>[ 신규 기능 ]  UART1 디버그 로그 출력</a:t>
            </a:r>
          </a:p>
          <a:p>
            <a:r>
              <a:rPr sz="1200" b="0"/>
              <a:t>설정: PB14 (TX) / PB15 (RX)  ·  115200 bps, 8N1</a:t>
            </a:r>
          </a:p>
          <a:p>
            <a:r>
              <a:rPr sz="1200" b="0"/>
              <a:t>구현: uart_log() 헬퍼 함수 (vsnprintf + HAL_UART_Transmit 블로킹)</a:t>
            </a:r>
          </a:p>
          <a:p>
            <a:r>
              <a:rPr sz="1200" b="0"/>
              <a:t>출력 항목:</a:t>
            </a:r>
          </a:p>
          <a:p>
            <a:r>
              <a:rPr sz="1200" b="0"/>
              <a:t>  [INIT]   시스템 시작, 슬롯 수</a:t>
            </a:r>
          </a:p>
          <a:p>
            <a:r>
              <a:rPr sz="1200" b="0"/>
              <a:t>  [WAIT]   보드 장착 대기</a:t>
            </a:r>
          </a:p>
          <a:p>
            <a:r>
              <a:rPr sz="1200" b="0"/>
              <a:t>  [BOARD]  보드 감지, 칩 스캔 결과 표 (CS00~CS11 O/X)</a:t>
            </a:r>
          </a:p>
          <a:p>
            <a:r>
              <a:rPr sz="1200" b="0"/>
              <a:t>  [CHIP]   93C56 / 93C46 식별 결과</a:t>
            </a:r>
          </a:p>
          <a:p>
            <a:r>
              <a:rPr sz="1200" b="0"/>
              <a:t>  [STATE B/C/D]  각 단계 진입</a:t>
            </a:r>
          </a:p>
          <a:p>
            <a:r>
              <a:rPr sz="1200" b="0"/>
              <a:t>  [TEST]   칩별 0xAA/0x55 테스트 결과 (PASS/FAIL/SKIP)</a:t>
            </a:r>
          </a:p>
          <a:p>
            <a:r>
              <a:rPr sz="1200" b="0"/>
              <a:t>  [PROG]   칩별 0x00 프로그래밍 결과 (OK/FAIL/SKIP)</a:t>
            </a:r>
          </a:p>
          <a:p>
            <a:r>
              <a:rPr sz="1200" b="0"/>
              <a:t>  [DONE]   최종 요약 (PASS=N  FAIL=N  SKIP=N, 불량 목록)</a:t>
            </a:r>
          </a:p>
          <a:p>
            <a:r>
              <a:rPr sz="1200" b="0"/>
              <a:t>  [BOARD]  보드 분리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71600" y="2377440"/>
            <a:ext cx="6400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endParaRPr lang="en-US" sz="1400" dirty="0"/>
          </a:p>
          <a:p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TTS 음성 안내 8종 자동 생성</a:t>
            </a:r>
          </a:p>
          <a:p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UART1 디버그 로그 추가 (PB14/PB15, 115200bps)  ← 신규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디버그 세션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| 93C56 프로그래머 보드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문제 증상 (초기 UART 출력)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303520" cy="228600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280160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CS00: WR=OK    RB=0x48  ---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9961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CS01: WR=OK    RB=0x48  ---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1907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CS02: WR=OK    RB=0x48  ---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93852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CS03: WR=OK    RB=0x48  ---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1579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[DIAG] CS04: WR=TOUT  RB=0xFF  ---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377440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[DIAG] CS05: WR=TOUT  RB=0xFF  ---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59689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  ...  (CS06 ~ CS11 모두 TOUT)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81635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[WAIT] Waiting for memory board...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1234440"/>
            <a:ext cx="3200400" cy="228600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2159" y="1280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현상 요약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0448" y="1554480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① CS00-03: WR=OK 이지만 RB≠0xA5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1773936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→ 쓰기 완료 신호 감지, 그러나 데이터 불일치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0448" y="1993392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② CS04-11: WR=TOUT (타임아웃)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2212848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   → DO 신호가 HIGH로 올라오지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2432304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③ [WAIT] 무한 대기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2651760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→ EE_Detect() 전체 실패 → g_board_present=false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6118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조사 과정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31920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0040" y="39593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하드웨어 측정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96849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ORG핀 측정(오측정→GND 재확인), CS4 스코프, DI/DO 측정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315968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MUX 배선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435254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멀티미터 통전: CD4067 X4~X11 → U23~U30 DO 핀 연결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700016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727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GPIO 진단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473659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PB4(CS4) IDR 테스트 추가 → IDR=0 GPIO 정상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84064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" y="51114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U24 직접 측정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512064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CS 70ms 펄스 ✓  VCC 3.3V ✓  DO 항상 LOW 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하드웨어 측정 결과 및 원인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스코프 / 멀티미터 / UART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핀/신호 측정 결과 (메모리 보드 연결 상태)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99339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16128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측정 대상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143000"/>
            <a:ext cx="162763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31720" y="11612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측정값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143000"/>
            <a:ext cx="217627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77639" y="116128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79" y="1143000"/>
            <a:ext cx="5303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199" y="1161288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상태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417320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9184" y="1444752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ORG 핀 (모든 칩)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1417320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40864" y="1444752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GND (0V) 고정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1417320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86783" y="1444752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x8 모드 확인됨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79" y="1417320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3" y="1444752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709928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9184" y="1737360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CS0-CS3 CS 신호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1709928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40864" y="1737360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70ms 펄스 정상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1709928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86783" y="1737360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MCU → 칩 도달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79" y="1709928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81343" y="1737360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002536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9184" y="2029967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CS4 (PB4/U23) 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0" y="2002536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40864" y="2029967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무신호 (상태 불명)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2002536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86783" y="2029967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원인 조사 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79" y="2002536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81343" y="2029967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295144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9184" y="2322575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CS5-CS11 CS 신호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2295144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340864" y="2322575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70ms 펄스 정상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2295144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986783" y="2322575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MCU GPIO 정상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79" y="2295144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81343" y="2322575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2587751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29184" y="2615183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VCC (핀 6)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2587751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340864" y="2615183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3.3V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2587751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986783" y="2615183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전원 정상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79" y="2587751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81343" y="2615183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2880359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29184" y="2907791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DI (핀 3)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86000" y="2880359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340864" y="2907791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CLK동기 펄스 있음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31920" y="2880359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986783" y="2907791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DIN (PC0) 도달 확인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79" y="2880359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181343" y="2907791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172967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29184" y="3200399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SK (핀 2)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3172967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340864" y="3200399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미확인 ← 다음 체크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31920" y="3172967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986783" y="3200399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클락 도달 여부 불명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26479" y="3172967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181343" y="3200399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?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3465575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29184" y="3493007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DO (핀 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286000" y="3465575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340864" y="3493007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0000"/>
                </a:solidFill>
              </a:rPr>
              <a:t>항상 LOW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931920" y="3465575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986783" y="3493007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칩 응답 없음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3465575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181343" y="3493007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0000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3758183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29184" y="3785615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MUX X4~X11 통전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86000" y="3758183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340864" y="3785615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확인됨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31920" y="3758183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3986783" y="3785615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CD4067→칩 배선 OK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79" y="3758183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181343" y="3785615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4050791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329184" y="4078224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PB4 IDR 테스트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286000" y="4050791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340864" y="4078224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IDR=0 (GPIO 정상)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931920" y="4050791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3986783" y="4078224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JTAG 문제 아님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26479" y="4050791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6181343" y="4078224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897880" y="82296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현재까지 원인 분석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897880" y="1143000"/>
            <a:ext cx="3017520" cy="2743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989320" y="1179576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해결된 항목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897880" y="14356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5989320" y="14538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PB4 GPIO 정상 확인
(JTAG 문제 아님, IDR=0)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897880" y="18928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5989320" y="19110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MUX 배선 정상
(X4~X11 통전 확인)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97880" y="23500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89320" y="23682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ORG=GND 재확인
(x8 모드 올바름)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897880" y="2898648"/>
            <a:ext cx="301752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5989320" y="2935224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미해결: DO 항상 LOW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897880" y="31912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5989320" y="32095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CS, VCC, DI 모두 정상인데
U24 DO가 응답 없음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897880" y="36484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5989320" y="36667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93C56 규격:
  CS=HIGH + SK클락 수신 후 DO 구동
  → SK 미도달 가능성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897880" y="41056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5989320" y="41239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가능한 원인:
  A) SK 클락 칩 미도달
  B) DO 핀 GND 단락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디버그 코드 변경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app_freertos.c / ee93c56.c 수정 내용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app_freertos.c — DIAG 섹션 강화 (StartDetectTask)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859536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① PB4 GPIO IDR 진단 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8595360" cy="77724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499616"/>
            <a:ext cx="8321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366"/>
                </a:solidFill>
              </a:rPr>
              <a:t>HAL_GPIO_WritePin(GPIOB, GPIO_PIN_4, GPIO_PIN_RESET);
osDelay(1);
uint8_t pb4_idr = (GPIOB-&gt;IDR &amp; GPIO_PIN_4) ? 1 : 0;
uart_log("[DIAG] PB4(CS4) ODR=0 after, IDR=%u  %s\r\n", pb4_idr,
         pb4_idr ? "*** HW SHORT/PULLUP ***" : "GPIO OK");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304288"/>
            <a:ext cx="859536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340864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② 칩 자동 식별 (EE_IdentifyChip) 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96896"/>
            <a:ext cx="8595360" cy="77724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2633472"/>
            <a:ext cx="8321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366"/>
                </a:solidFill>
              </a:rPr>
              <a:t>EE_ChipType ctype = EE_IdentifyChip();
uart_log("[DIAG] ChipType=%-7s  addr_bits=%u  num_addrs=%u\r\n",
         cname, (unsigned)g_addr_bits, (unsigned)g_num_addrs);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3322036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2E74B5"/>
                </a:solidFill>
              </a:rPr>
              <a:t>ee93c56.c — </a:t>
            </a:r>
            <a:r>
              <a:rPr sz="1400" b="1" i="0" dirty="0" err="1">
                <a:solidFill>
                  <a:srgbClr val="2E74B5"/>
                </a:solidFill>
              </a:rPr>
              <a:t>EE_IdentifyChip</a:t>
            </a:r>
            <a:r>
              <a:rPr sz="1400" b="1" i="0" dirty="0">
                <a:solidFill>
                  <a:srgbClr val="2E74B5"/>
                </a:solidFill>
              </a:rPr>
              <a:t>() </a:t>
            </a:r>
            <a:r>
              <a:rPr sz="1400" b="1" i="0" dirty="0" err="1">
                <a:solidFill>
                  <a:srgbClr val="2E74B5"/>
                </a:solidFill>
              </a:rPr>
              <a:t>구현</a:t>
            </a:r>
            <a:endParaRPr sz="1400" b="1" i="0" dirty="0">
              <a:solidFill>
                <a:srgbClr val="2E74B5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39E54F2F-B07F-CAB9-7F2D-655B7CEB6E34}"/>
              </a:ext>
            </a:extLst>
          </p:cNvPr>
          <p:cNvGrpSpPr/>
          <p:nvPr/>
        </p:nvGrpSpPr>
        <p:grpSpPr>
          <a:xfrm>
            <a:off x="292608" y="3657813"/>
            <a:ext cx="1097280" cy="1444752"/>
            <a:chOff x="274320" y="3502365"/>
            <a:chExt cx="1097280" cy="1444752"/>
          </a:xfrm>
        </p:grpSpPr>
        <p:sp>
          <p:nvSpPr>
            <p:cNvPr id="15" name="Rectangle 14"/>
            <p:cNvSpPr/>
            <p:nvPr/>
          </p:nvSpPr>
          <p:spPr>
            <a:xfrm>
              <a:off x="274320" y="3502365"/>
              <a:ext cx="1097280" cy="274320"/>
            </a:xfrm>
            <a:prstGeom prst="rect">
              <a:avLst/>
            </a:prstGeom>
            <a:solidFill>
              <a:srgbClr val="2E74B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0040" y="3538941"/>
              <a:ext cx="1005840" cy="2194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>
                  <a:solidFill>
                    <a:srgbClr val="FFFFFF"/>
                  </a:solidFill>
                </a:rPr>
                <a:t>기능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74320" y="3794973"/>
              <a:ext cx="1097280" cy="274320"/>
            </a:xfrm>
            <a:prstGeom prst="rect">
              <a:avLst/>
            </a:prstGeom>
            <a:solidFill>
              <a:srgbClr val="2E74B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20040" y="3831549"/>
              <a:ext cx="1005840" cy="2194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>
                  <a:solidFill>
                    <a:srgbClr val="FFFFFF"/>
                  </a:solidFill>
                </a:rPr>
                <a:t>방법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274320" y="4087581"/>
              <a:ext cx="1097280" cy="274320"/>
            </a:xfrm>
            <a:prstGeom prst="rect">
              <a:avLst/>
            </a:prstGeom>
            <a:solidFill>
              <a:srgbClr val="2E74B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20040" y="4124157"/>
              <a:ext cx="1005840" cy="2194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>
                  <a:solidFill>
                    <a:srgbClr val="FFFFFF"/>
                  </a:solidFill>
                </a:rPr>
                <a:t>방법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74320" y="4380189"/>
              <a:ext cx="1097280" cy="274320"/>
            </a:xfrm>
            <a:prstGeom prst="rect">
              <a:avLst/>
            </a:prstGeom>
            <a:solidFill>
              <a:srgbClr val="2E74B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20040" y="4416765"/>
              <a:ext cx="1005840" cy="2194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>
                  <a:solidFill>
                    <a:srgbClr val="FFFFFF"/>
                  </a:solidFill>
                </a:rPr>
                <a:t>결과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74320" y="4672797"/>
              <a:ext cx="1097280" cy="274320"/>
            </a:xfrm>
            <a:prstGeom prst="rect">
              <a:avLst/>
            </a:prstGeom>
            <a:solidFill>
              <a:srgbClr val="2E74B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20040" y="4709373"/>
              <a:ext cx="1005840" cy="2194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>
                  <a:solidFill>
                    <a:srgbClr val="FFFFFF"/>
                  </a:solidFill>
                </a:rPr>
                <a:t>한계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86BC0098-F6D6-CB4E-7F89-36A1E409AC83}"/>
              </a:ext>
            </a:extLst>
          </p:cNvPr>
          <p:cNvGrpSpPr/>
          <p:nvPr/>
        </p:nvGrpSpPr>
        <p:grpSpPr>
          <a:xfrm>
            <a:off x="1444752" y="3616558"/>
            <a:ext cx="7424928" cy="1471971"/>
            <a:chOff x="1444752" y="3502365"/>
            <a:chExt cx="7424928" cy="1471971"/>
          </a:xfrm>
        </p:grpSpPr>
        <p:sp>
          <p:nvSpPr>
            <p:cNvPr id="17" name="TextBox 16"/>
            <p:cNvSpPr txBox="1"/>
            <p:nvPr/>
          </p:nvSpPr>
          <p:spPr>
            <a:xfrm>
              <a:off x="1444752" y="3502365"/>
              <a:ext cx="7406640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>
                  <a:solidFill>
                    <a:srgbClr val="404040"/>
                  </a:solidFill>
                </a:rPr>
                <a:t>93C56 vs 93C46 </a:t>
              </a:r>
              <a:r>
                <a:rPr sz="1000" b="0" i="0" dirty="0" err="1">
                  <a:solidFill>
                    <a:srgbClr val="404040"/>
                  </a:solidFill>
                </a:rPr>
                <a:t>자동</a:t>
              </a:r>
              <a:r>
                <a:rPr sz="1000" b="0" i="0" dirty="0">
                  <a:solidFill>
                    <a:srgbClr val="404040"/>
                  </a:solidFill>
                </a:rPr>
                <a:t> </a:t>
              </a:r>
              <a:r>
                <a:rPr sz="1000" b="0" i="0" dirty="0" err="1">
                  <a:solidFill>
                    <a:srgbClr val="404040"/>
                  </a:solidFill>
                </a:rPr>
                <a:t>식별</a:t>
              </a:r>
              <a:r>
                <a:rPr sz="1000" b="0" i="0" dirty="0">
                  <a:solidFill>
                    <a:srgbClr val="404040"/>
                  </a:solidFill>
                </a:rPr>
                <a:t> (</a:t>
              </a:r>
              <a:r>
                <a:rPr sz="1000" b="0" i="0" dirty="0" err="1">
                  <a:solidFill>
                    <a:srgbClr val="404040"/>
                  </a:solidFill>
                </a:rPr>
                <a:t>주소</a:t>
              </a:r>
              <a:r>
                <a:rPr sz="1000" b="0" i="0" dirty="0">
                  <a:solidFill>
                    <a:srgbClr val="404040"/>
                  </a:solidFill>
                </a:rPr>
                <a:t> </a:t>
              </a:r>
              <a:r>
                <a:rPr sz="1000" b="0" i="0" dirty="0" err="1">
                  <a:solidFill>
                    <a:srgbClr val="404040"/>
                  </a:solidFill>
                </a:rPr>
                <a:t>범위</a:t>
              </a:r>
              <a:r>
                <a:rPr sz="1000" b="0" i="0" dirty="0">
                  <a:solidFill>
                    <a:srgbClr val="404040"/>
                  </a:solidFill>
                </a:rPr>
                <a:t> </a:t>
              </a:r>
              <a:r>
                <a:rPr sz="1000" b="0" i="0" dirty="0" err="1">
                  <a:solidFill>
                    <a:srgbClr val="404040"/>
                  </a:solidFill>
                </a:rPr>
                <a:t>테스트</a:t>
              </a:r>
              <a:r>
                <a:rPr sz="1000" b="0" i="0" dirty="0">
                  <a:solidFill>
                    <a:srgbClr val="404040"/>
                  </a:solidFill>
                </a:rPr>
                <a:t> </a:t>
              </a:r>
              <a:r>
                <a:rPr sz="1000" b="0" i="0" dirty="0" err="1">
                  <a:solidFill>
                    <a:srgbClr val="404040"/>
                  </a:solidFill>
                </a:rPr>
                <a:t>방식</a:t>
              </a:r>
              <a:r>
                <a:rPr sz="1000" b="0" i="0" dirty="0">
                  <a:solidFill>
                    <a:srgbClr val="404040"/>
                  </a:solidFill>
                </a:rPr>
                <a:t>)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444752" y="3754569"/>
              <a:ext cx="7406640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 err="1">
                  <a:solidFill>
                    <a:srgbClr val="404040"/>
                  </a:solidFill>
                </a:rPr>
                <a:t>g_addr_bits</a:t>
              </a:r>
              <a:r>
                <a:rPr sz="1000" b="0" i="0" dirty="0">
                  <a:solidFill>
                    <a:srgbClr val="404040"/>
                  </a:solidFill>
                </a:rPr>
                <a:t>=8 (93C56)로 </a:t>
              </a:r>
              <a:r>
                <a:rPr sz="1000" b="0" i="0" dirty="0" err="1">
                  <a:solidFill>
                    <a:srgbClr val="404040"/>
                  </a:solidFill>
                </a:rPr>
                <a:t>addr</a:t>
              </a:r>
              <a:r>
                <a:rPr sz="1000" b="0" i="0" dirty="0">
                  <a:solidFill>
                    <a:srgbClr val="404040"/>
                  </a:solidFill>
                </a:rPr>
                <a:t> 200에 </a:t>
              </a:r>
              <a:r>
                <a:rPr sz="1000" b="0" i="0" dirty="0" err="1">
                  <a:solidFill>
                    <a:srgbClr val="404040"/>
                  </a:solidFill>
                </a:rPr>
                <a:t>쓰기</a:t>
              </a:r>
              <a:r>
                <a:rPr sz="1000" b="0" i="0" dirty="0">
                  <a:solidFill>
                    <a:srgbClr val="404040"/>
                  </a:solidFill>
                </a:rPr>
                <a:t>/</a:t>
              </a:r>
              <a:r>
                <a:rPr sz="1000" b="0" i="0" dirty="0" err="1">
                  <a:solidFill>
                    <a:srgbClr val="404040"/>
                  </a:solidFill>
                </a:rPr>
                <a:t>읽기</a:t>
              </a:r>
              <a:r>
                <a:rPr sz="1000" b="0" i="0" dirty="0">
                  <a:solidFill>
                    <a:srgbClr val="404040"/>
                  </a:solidFill>
                </a:rPr>
                <a:t> → </a:t>
              </a:r>
              <a:r>
                <a:rPr sz="1000" b="0" i="0" dirty="0" err="1">
                  <a:solidFill>
                    <a:srgbClr val="404040"/>
                  </a:solidFill>
                </a:rPr>
                <a:t>성공</a:t>
              </a:r>
              <a:r>
                <a:rPr sz="1000" b="0" i="0" dirty="0">
                  <a:solidFill>
                    <a:srgbClr val="404040"/>
                  </a:solidFill>
                </a:rPr>
                <a:t> 시 93C56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463040" y="4110547"/>
              <a:ext cx="7406640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 err="1">
                  <a:solidFill>
                    <a:srgbClr val="404040"/>
                  </a:solidFill>
                </a:rPr>
                <a:t>실패</a:t>
              </a:r>
              <a:r>
                <a:rPr sz="1000" b="0" i="0" dirty="0">
                  <a:solidFill>
                    <a:srgbClr val="404040"/>
                  </a:solidFill>
                </a:rPr>
                <a:t> 시 </a:t>
              </a:r>
              <a:r>
                <a:rPr sz="1000" b="0" i="0" dirty="0" err="1">
                  <a:solidFill>
                    <a:srgbClr val="404040"/>
                  </a:solidFill>
                </a:rPr>
                <a:t>g_addr_bits</a:t>
              </a:r>
              <a:r>
                <a:rPr sz="1000" b="0" i="0" dirty="0">
                  <a:solidFill>
                    <a:srgbClr val="404040"/>
                  </a:solidFill>
                </a:rPr>
                <a:t>=7 (93C46)로 </a:t>
              </a:r>
              <a:r>
                <a:rPr sz="1000" b="0" i="0" dirty="0" err="1">
                  <a:solidFill>
                    <a:srgbClr val="404040"/>
                  </a:solidFill>
                </a:rPr>
                <a:t>addr</a:t>
              </a:r>
              <a:r>
                <a:rPr sz="1000" b="0" i="0" dirty="0">
                  <a:solidFill>
                    <a:srgbClr val="404040"/>
                  </a:solidFill>
                </a:rPr>
                <a:t> 100에 </a:t>
              </a:r>
              <a:r>
                <a:rPr sz="1000" b="0" i="0" dirty="0" err="1">
                  <a:solidFill>
                    <a:srgbClr val="404040"/>
                  </a:solidFill>
                </a:rPr>
                <a:t>쓰기</a:t>
              </a:r>
              <a:r>
                <a:rPr sz="1000" b="0" i="0" dirty="0">
                  <a:solidFill>
                    <a:srgbClr val="404040"/>
                  </a:solidFill>
                </a:rPr>
                <a:t>/</a:t>
              </a:r>
              <a:r>
                <a:rPr sz="1000" b="0" i="0" dirty="0" err="1">
                  <a:solidFill>
                    <a:srgbClr val="404040"/>
                  </a:solidFill>
                </a:rPr>
                <a:t>읽기</a:t>
              </a:r>
              <a:r>
                <a:rPr sz="1000" b="0" i="0" dirty="0">
                  <a:solidFill>
                    <a:srgbClr val="404040"/>
                  </a:solidFill>
                </a:rPr>
                <a:t> </a:t>
              </a:r>
              <a:r>
                <a:rPr sz="1000" b="0" i="0" dirty="0" err="1">
                  <a:solidFill>
                    <a:srgbClr val="404040"/>
                  </a:solidFill>
                </a:rPr>
                <a:t>재시도</a:t>
              </a:r>
              <a:endParaRPr sz="1000" b="0" i="0" dirty="0">
                <a:solidFill>
                  <a:srgbClr val="404040"/>
                </a:solidFill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444752" y="4361476"/>
              <a:ext cx="7406640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 err="1">
                  <a:solidFill>
                    <a:srgbClr val="378638"/>
                  </a:solidFill>
                </a:rPr>
                <a:t>g_chip_type</a:t>
              </a:r>
              <a:r>
                <a:rPr sz="1000" b="0" i="0" dirty="0">
                  <a:solidFill>
                    <a:srgbClr val="378638"/>
                  </a:solidFill>
                </a:rPr>
                <a:t>, </a:t>
              </a:r>
              <a:r>
                <a:rPr sz="1000" b="0" i="0" dirty="0" err="1">
                  <a:solidFill>
                    <a:srgbClr val="378638"/>
                  </a:solidFill>
                </a:rPr>
                <a:t>g_addr_bits</a:t>
              </a:r>
              <a:r>
                <a:rPr sz="1000" b="0" i="0" dirty="0">
                  <a:solidFill>
                    <a:srgbClr val="378638"/>
                  </a:solidFill>
                </a:rPr>
                <a:t>, </a:t>
              </a:r>
              <a:r>
                <a:rPr sz="1000" b="0" i="0" dirty="0" err="1">
                  <a:solidFill>
                    <a:srgbClr val="378638"/>
                  </a:solidFill>
                </a:rPr>
                <a:t>g_num_addrs</a:t>
              </a:r>
              <a:r>
                <a:rPr sz="1000" b="0" i="0" dirty="0">
                  <a:solidFill>
                    <a:srgbClr val="378638"/>
                  </a:solidFill>
                </a:rPr>
                <a:t> </a:t>
              </a:r>
              <a:r>
                <a:rPr sz="1000" b="0" i="0" dirty="0" err="1">
                  <a:solidFill>
                    <a:srgbClr val="378638"/>
                  </a:solidFill>
                </a:rPr>
                <a:t>전역</a:t>
              </a:r>
              <a:r>
                <a:rPr sz="1000" b="0" i="0" dirty="0">
                  <a:solidFill>
                    <a:srgbClr val="378638"/>
                  </a:solidFill>
                </a:rPr>
                <a:t> </a:t>
              </a:r>
              <a:r>
                <a:rPr sz="1000" b="0" i="0" dirty="0" err="1">
                  <a:solidFill>
                    <a:srgbClr val="378638"/>
                  </a:solidFill>
                </a:rPr>
                <a:t>변수</a:t>
              </a:r>
              <a:r>
                <a:rPr sz="1000" b="0" i="0" dirty="0">
                  <a:solidFill>
                    <a:srgbClr val="378638"/>
                  </a:solidFill>
                </a:rPr>
                <a:t> </a:t>
              </a:r>
              <a:r>
                <a:rPr sz="1000" b="0" i="0" dirty="0" err="1">
                  <a:solidFill>
                    <a:srgbClr val="378638"/>
                  </a:solidFill>
                </a:rPr>
                <a:t>자동</a:t>
              </a:r>
              <a:r>
                <a:rPr sz="1000" b="0" i="0" dirty="0">
                  <a:solidFill>
                    <a:srgbClr val="378638"/>
                  </a:solidFill>
                </a:rPr>
                <a:t> </a:t>
              </a:r>
              <a:r>
                <a:rPr sz="1000" b="0" i="0" dirty="0" err="1">
                  <a:solidFill>
                    <a:srgbClr val="378638"/>
                  </a:solidFill>
                </a:rPr>
                <a:t>설정</a:t>
              </a:r>
              <a:endParaRPr sz="1000" b="0" i="0" dirty="0">
                <a:solidFill>
                  <a:srgbClr val="378638"/>
                </a:solidFill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463040" y="4718304"/>
              <a:ext cx="7406640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0" i="0" dirty="0">
                  <a:solidFill>
                    <a:srgbClr val="ED7D31"/>
                  </a:solidFill>
                </a:rPr>
                <a:t>칩 </a:t>
              </a:r>
              <a:r>
                <a:rPr sz="1000" b="0" i="0" dirty="0" err="1">
                  <a:solidFill>
                    <a:srgbClr val="ED7D31"/>
                  </a:solidFill>
                </a:rPr>
                <a:t>무반응</a:t>
              </a:r>
              <a:r>
                <a:rPr sz="1000" b="0" i="0" dirty="0">
                  <a:solidFill>
                    <a:srgbClr val="ED7D31"/>
                  </a:solidFill>
                </a:rPr>
                <a:t> (DO=LOW) 시 UNKNOWN </a:t>
              </a:r>
              <a:r>
                <a:rPr sz="1000" b="0" i="0" dirty="0" err="1">
                  <a:solidFill>
                    <a:srgbClr val="ED7D31"/>
                  </a:solidFill>
                </a:rPr>
                <a:t>반환</a:t>
              </a:r>
              <a:r>
                <a:rPr sz="1000" b="0" i="0" dirty="0">
                  <a:solidFill>
                    <a:srgbClr val="ED7D31"/>
                  </a:solidFill>
                </a:rPr>
                <a:t> → </a:t>
              </a:r>
              <a:r>
                <a:rPr sz="1000" b="0" i="0" dirty="0" err="1">
                  <a:solidFill>
                    <a:srgbClr val="ED7D31"/>
                  </a:solidFill>
                </a:rPr>
                <a:t>현재</a:t>
              </a:r>
              <a:r>
                <a:rPr sz="1000" b="0" i="0" dirty="0">
                  <a:solidFill>
                    <a:srgbClr val="ED7D31"/>
                  </a:solidFill>
                </a:rPr>
                <a:t> </a:t>
              </a:r>
              <a:r>
                <a:rPr sz="1000" b="0" i="0" dirty="0" err="1">
                  <a:solidFill>
                    <a:srgbClr val="ED7D31"/>
                  </a:solidFill>
                </a:rPr>
                <a:t>상황</a:t>
              </a:r>
              <a:endParaRPr sz="1000" b="0" i="0" dirty="0">
                <a:solidFill>
                  <a:srgbClr val="ED7D31"/>
                </a:solidFill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현재 상태 및 다음 진단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4B5"/>
                </a:solidFill>
              </a:rPr>
              <a:t>현재 상태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8595360" cy="2743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✓ 확인됨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630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ORG = GND (x8 모드) — 전 칩 동일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1907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MUX CD4067 배선 — X0~X11 모두 연결됨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97510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VCC 3.3V — U24 (대표 확인), 정상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231136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 신호 — CS0~CS3, CS5~CS11 정상 펄스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487168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DI 신호 — U24~U30 칩에 도달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4320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PB4 GPIO — IDR=0, 하드웨어 단락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9992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Microwire 프로토콜 코드 — x8 명령 형식 정확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64992"/>
            <a:ext cx="8595360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340156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? 미확인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5760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SK (클락, PA8) — U24 핀 2 실측 미완료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9136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CS4 (PB4/U23) stuck HIGH 원인 — IDR=0 이지만 스코프 재확인 필요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1696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DO 항상 LOW 원인 — SK 미도달 vs DO GND 단락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535424"/>
            <a:ext cx="859536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45720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✗ 미해결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CS00-CS11 전부 TOUT — DO가 HIGH로 올라오지 않음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50840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EE_Detect() 전체 실패 → g_board_present = false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340096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[WAIT] 무한 대기 — 보드 감지 불가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16636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다음 진단 단계 (우선순위 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486400"/>
            <a:ext cx="34747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5513832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486400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" y="55229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U24 핀 2 (SK) 스코프 측정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5229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클락 신호가 칩에 도달하는지 확인 → SK 포고핀 접촉 불량 여부 판단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833872"/>
            <a:ext cx="34747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5861304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833872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3232" y="5870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U24 DO(핀4) ~ GND 저항 측정 (전원 OFF)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58704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&gt;100kΩ: 정상 | &lt;100Ω: DO-GND 단락 → PCB 불량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6181344"/>
            <a:ext cx="347472" cy="2926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0040" y="6208776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181344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13232" y="621792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SK 미도달 확인 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62179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PA8 포고핀 연결 확인 / SK 트레이스 수정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6528816"/>
            <a:ext cx="347472" cy="2926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20040" y="6556248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528816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13232" y="656539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SK 정상이고 DO 단락 없을 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65653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EE_Read() 직접 호출 추가하여 DO 비트 변화 여부 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슬라이드 19  최종 완료 — 93C56 프로그래머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| 12/12 칩 프로그래밍 성공 · SPI1 충돌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최종 UART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4389120" cy="3227832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170432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[DIAG] Chips found: 12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63040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[INIT] LED sequence start (count=12)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55648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[INIT] LED sequence 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048256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[WAIT] Loop exited: count=12, skip=0x0000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340864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[BOARD] Board detected! (12/12 chips)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33472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[STATE B] CS00~CS11: 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26079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[STATE D] Programming (write 0x00 all)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218687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[PROG] CS00~CS11: 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511295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[DONE] Result: PASS=12  FAIL=0  SKIP=0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803903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[DONE] All chips PASS.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096511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4B5"/>
                </a:solidFill>
              </a:rPr>
              <a:t>[WAIT] Remove the board...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8229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문제 해결 이력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1143000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19472" y="1170432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① EE_CHIP_SKIP_MASK 0x00FF → 0x0000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1417320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56048" y="1444752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1,2번 줄(CS00-07) 강제 스킵 제거 → 전체 12칩 스캔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1911095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9472" y="1938527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② g_board_present 감지 경쟁 해결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2185415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56048" y="2212847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진단 결과를 즉시 g_detected[] 에 반영
→ State A while 루프 즉시 탈출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2679191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19472" y="2706623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③ EE_ProgramZero 검증 제거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2953511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56048" y="2980943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RB=0x48 문제로 verify 항상 실패
→ WR=OK 기준으로 성공 판정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3447287"/>
            <a:ext cx="411480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919472" y="3474719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④ SPI1 클럭 비활성화 버그 수정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3721607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56048" y="3749039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__HAL_RCC_SPI1_CLK_DISABLE() 제거
→ SK9822 LED HAL_SPI_Transmit 멈춤 해결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46320" y="4215383"/>
            <a:ext cx="4114800" cy="2560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19472" y="4242816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⑤ RB=0x48 미해결 (우회)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4489703"/>
            <a:ext cx="4114800" cy="45720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956048" y="4517136"/>
            <a:ext cx="389534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Microwire dummy bit 미처리 → 읽기 1비트 시프트
프로그래밍 자체는 WR=OK로 정상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8595360" cy="2926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11480" y="600760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LED 결과:  ■ 백색(WHITE) = 프로그래밍 완료   ■ 적색(RED) = 칩 없음/불량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35508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4B5"/>
                </a:solidFill>
              </a:rPr>
              <a:t>SPI1 충돌 분석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6629400"/>
            <a:ext cx="53035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20040" y="665683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59" y="6629400"/>
            <a:ext cx="217627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68680" y="6656832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SPI1 기능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17520" y="6629400"/>
            <a:ext cx="217627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063239" y="6656832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EEPROM 기능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12079" y="6629400"/>
            <a:ext cx="3547872" cy="24688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257799" y="665683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결론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6876288"/>
            <a:ext cx="53035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29184" y="6903720"/>
            <a:ext cx="4389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59" y="6876288"/>
            <a:ext cx="217627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77824" y="6903720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SPI1_MISO (SK9822용)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17520" y="6876288"/>
            <a:ext cx="217627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072384" y="6903720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DO7 (EEPROM 읽기)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12079" y="6876288"/>
            <a:ext cx="3547872" cy="256032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266943" y="6903720"/>
            <a:ext cx="3456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SPI1_DIRECTION_1LINE → MISO 미사용 → 충돌 없음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7132320"/>
            <a:ext cx="53035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29184" y="7159752"/>
            <a:ext cx="4389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59" y="7132320"/>
            <a:ext cx="217627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77824" y="7159752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SPI1_MOSI (SK9822 데이터)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7132320"/>
            <a:ext cx="217627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072384" y="7159752"/>
            <a:ext cx="20848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12079" y="7132320"/>
            <a:ext cx="3547872" cy="256032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266943" y="7159752"/>
            <a:ext cx="3456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LED 데이터 전송 핀, SPI1 유지 필요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슬라이드 20  Microwire 읽기 수정 + 메모리 테스트(State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| 0xAA/0x55 R/W 정상 동작 확인 · 전체 주소 검증 단계 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420624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7472" y="81381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① Microwire 읽기 버그 수정 (EE_Read)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1005840" cy="2011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2471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문제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097280"/>
            <a:ext cx="3200400" cy="201168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53312" y="1115568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EE_Read()에서 ee_recv_bit() 로 더미비트 스킵
→ D7 을 소비해 데이터 1비트 좌이동 발생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44168"/>
            <a:ext cx="1005840" cy="2011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37160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증상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1344168"/>
            <a:ext cx="3200400" cy="201168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53312" y="1362456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Write 0x5A  →  Read 0xB4  (0x5A &lt;&lt; 1)
Write 0xAA  →  Read 0x4A  등 항상 불일치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91056"/>
            <a:ext cx="1005840" cy="2011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1618488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수정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1591056"/>
            <a:ext cx="3200400" cy="201168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53312" y="1609344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ee_recv_bit() 제거
→ ee_delay() 로 교체 (tV ≤ 200ns 확보)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837943"/>
            <a:ext cx="1005840" cy="2011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1865375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결과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1837943"/>
            <a:ext cx="3200400" cy="201168"/>
          </a:xfrm>
          <a:prstGeom prst="rect">
            <a:avLst/>
          </a:prstGeom>
          <a:solidFill>
            <a:srgbClr val="F8F8F8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53312" y="1856231"/>
            <a:ext cx="30723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0xAA / 0x55 정상 읽기 확인
Write == Read 일치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30551"/>
            <a:ext cx="4206240" cy="2011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2157983"/>
            <a:ext cx="4023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수정 전 (버그)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331720"/>
            <a:ext cx="4206240" cy="256032"/>
          </a:xfrm>
          <a:prstGeom prst="rect">
            <a:avLst/>
          </a:prstGeom>
          <a:solidFill>
            <a:srgbClr val="FFEBEB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7472" y="2368296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0000"/>
                </a:solidFill>
              </a:rPr>
              <a:t>ee_recv_bit();   /* Dummy bit — D7 소비! */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633472"/>
            <a:ext cx="4206240" cy="201168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2660903"/>
            <a:ext cx="4023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수정 후 (정상)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834640"/>
            <a:ext cx="4206240" cy="256032"/>
          </a:xfrm>
          <a:prstGeom prst="rect">
            <a:avLst/>
          </a:prstGeom>
          <a:solidFill>
            <a:srgbClr val="E8F5E8"/>
          </a:solidFill>
          <a:ln>
            <a:solidFill>
              <a:srgbClr val="37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7472" y="2871216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78638"/>
                </a:solidFill>
              </a:rPr>
              <a:t>ee_delay();      /* D7 드라이브 대기 (tV ≤ 200ns)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8032" y="81381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② 메모리 테스트 State C 추가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1097280"/>
            <a:ext cx="7315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92040" y="1115568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State B 완료 후 자동 실행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1316736"/>
            <a:ext cx="73152" cy="18288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2040" y="1335024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Pass 1: addr 0~255 에 0xAA 쓰기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1536192"/>
            <a:ext cx="73152" cy="18288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892040" y="1554480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         addr 0~255 에서 0xAA 읽기 검증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80" y="1755648"/>
            <a:ext cx="73152" cy="18288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892040" y="1773936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Pass 2: addr 0~255 에 0x55 쓰기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1975104"/>
            <a:ext cx="73152" cy="18288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892040" y="1993392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         addr 0~255 에서 0x55 읽기 검증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2194560"/>
            <a:ext cx="73152" cy="1828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892040" y="2212848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실패 시 → 주소 / 읽기값 UART 출력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4880" y="2414016"/>
            <a:ext cx="73152" cy="1828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892040" y="2432304"/>
            <a:ext cx="39776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FAIL 칩 → State D 프로그래밍 SKIP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2679192"/>
            <a:ext cx="4206240" cy="20116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28032" y="2706624"/>
            <a:ext cx="4023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UART 출력 예시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2880360"/>
            <a:ext cx="4206240" cy="1545336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846320" y="2898648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E74B5"/>
                </a:solidFill>
              </a:rPr>
              <a:t>[TEST] === Memory Test (0xAA / 0x55) ===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0" y="3118104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78638"/>
                </a:solidFill>
              </a:rPr>
              <a:t>[TEST] CS00: PASS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46320" y="3337560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78638"/>
                </a:solidFill>
              </a:rPr>
              <a:t>[TEST] CS01: PASS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20" y="3557016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00000"/>
                </a:solidFill>
              </a:rPr>
              <a:t>[TEST] CS03: 0xAA RD ERR  addr=47  got=0xB4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46320" y="3776472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00000"/>
                </a:solidFill>
              </a:rPr>
              <a:t>[TEST] CS03: FAIL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0" y="3995928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D7D31"/>
                </a:solidFill>
              </a:rPr>
              <a:t>[TEST] Result: PASS=11  FAIL=1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46320" y="4215384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D7D31"/>
                </a:solidFill>
              </a:rPr>
              <a:t>[TEST] Failed chips: CS03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943600"/>
            <a:ext cx="8595360" cy="25603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11480" y="5971032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테스트 중 → ■ 파란색(BLUE)    PASS → ■ 녹색(GREEN)    FAIL → ■ 적색(RED) + 프로그래밍 SKIP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6236208"/>
            <a:ext cx="8595360" cy="256032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11480" y="6263640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최종 결과:  메모리 R/W 정상 동작 확인  ·  0xAA / 0x55 전체 256주소 검증  ·  불량 칩 자동 분류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</a:rPr>
              <a:t>Phase 2 주요 업데이트 (2026.04)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247120" cy="18288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</a:rPr>
              <a:t>대량 프로그래밍 모드 안정화  ·  음성 개선  ·  보드 감지 강화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</a:rPr>
              <a:t>1. 보드 감지 개선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5486400" cy="18288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</a:rPr>
              <a:t>- HAL_GetTick() -&gt; osKernelGetTickCount()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  FreeRTOS 환경에서 HAL 타이머가 0 반환 -&gt; 쓰로틀 무한 실패 수정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3288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</a:rPr>
              <a:t>- EE_Write 타임아웃 기반 존재 감지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0720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  이미 프로그래밍된 보드 재삽입 시 데이터 비교 오판 방지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74136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</a:rPr>
              <a:t>2. 2초 안정화 대기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39896"/>
            <a:ext cx="5486400" cy="18288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83133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</a:rPr>
              <a:t>- 보드 감지 후 즉시 프로그래밍 금지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0565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  파란 LED 전체 2초 점멸 -&gt; 사용자 보드 가압으로 접촉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970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</a:rPr>
              <a:t>- 2초 후 연결 재확인 (board_detect)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6402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  재확인 실패 시 State A 자동 재시작 (continue)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4173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</a:rPr>
              <a:t>3. 음성 최적화 (최종 7종)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783080"/>
            <a:ext cx="5486400" cy="18288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7452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</a:rPr>
              <a:t>- 8 kHz -&gt; 16 kHz 업그레이드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48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  자음 (ㅅ/ㅈ/ㅊ) 명료도 향상 / Flash 사용량 조정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3288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</a:rPr>
              <a:t>- 불필요 3종 제거 · 신규 2종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80720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  제거: INTRO·IS_93C56·IS_93C46 / 추가: #5 새 보드 · #6 프로그램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74136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</a:rPr>
              <a:t>4. 대기 화면 반복 안내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739896"/>
            <a:ext cx="5486400" cy="18288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83133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</a:rPr>
              <a:t>- 보드 미감지 상태 지속 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105656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  10초마다 '새 보드를 올려 주십시요' 자동 반복 출력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48970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</a:rPr>
              <a:t>- 8가지 LED 쇼 패턴 내 체크포인트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76402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  각 패턴 종료 시점마다 10초 경과 여부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1417320"/>
            <a:ext cx="18288" cy="512064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3482</Words>
  <Application>Microsoft Office PowerPoint</Application>
  <PresentationFormat>화면 슬라이드 쇼(16:9)</PresentationFormat>
  <Paragraphs>574</Paragraphs>
  <Slides>21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Arial</vt:lpstr>
      <vt:lpstr>Arial Black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93C56 Memory Board Tester</dc:title>
  <dc:subject>PptxGenJS Presentation</dc:subject>
  <dc:creator>DSE Laser</dc:creator>
  <cp:lastModifiedBy>JONGWOON CHOI</cp:lastModifiedBy>
  <cp:revision>4</cp:revision>
  <dcterms:created xsi:type="dcterms:W3CDTF">2026-04-12T09:50:06Z</dcterms:created>
  <dcterms:modified xsi:type="dcterms:W3CDTF">2026-04-17T06:17:36Z</dcterms:modified>
</cp:coreProperties>
</file>
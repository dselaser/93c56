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68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84" y="8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1987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381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93C56 메모리 보드 검사기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STM32H562RGT6  +  FreeRTOS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3017520"/>
            <a:ext cx="8229600" cy="0"/>
          </a:xfrm>
          <a:prstGeom prst="line">
            <a:avLst/>
          </a:prstGeom>
          <a:noFill/>
          <a:ln w="381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초보자를 위한 프로그램 설명서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DSE Laser  |  2026.04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시스템 구성도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384048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메인 보드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1645920"/>
            <a:ext cx="1645920" cy="640080"/>
          </a:xfrm>
          <a:prstGeom prst="rect">
            <a:avLst/>
          </a:prstGeom>
          <a:solidFill>
            <a:srgbClr val="DDDDD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459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STM32H562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RGT6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1645920"/>
            <a:ext cx="1097280" cy="640080"/>
          </a:xfrm>
          <a:prstGeom prst="rect">
            <a:avLst/>
          </a:prstGeom>
          <a:solidFill>
            <a:srgbClr val="DDDDD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0" y="16459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SK9822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LED x12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914400" y="2560320"/>
            <a:ext cx="1645920" cy="548640"/>
          </a:xfrm>
          <a:prstGeom prst="rect">
            <a:avLst/>
          </a:prstGeom>
          <a:solidFill>
            <a:srgbClr val="DDDDD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5603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MAX98357A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음성 앰프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926080" y="2560320"/>
            <a:ext cx="1097280" cy="548640"/>
          </a:xfrm>
          <a:prstGeom prst="rect">
            <a:avLst/>
          </a:prstGeom>
          <a:solidFill>
            <a:srgbClr val="DDDDD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0" y="25603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CD4067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16ch MUX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14400" y="3383280"/>
            <a:ext cx="3108960" cy="457200"/>
          </a:xfrm>
          <a:prstGeom prst="rect">
            <a:avLst/>
          </a:prstGeom>
          <a:solidFill>
            <a:srgbClr val="DDDDDD"/>
          </a:solidFill>
          <a:ln w="12700">
            <a:solidFill>
              <a:srgbClr val="000000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914400" y="33832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포그핀 커넥터 x12  (6핀: VCC, GND, CS, CLK, DI, DO)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4297680" y="2926080"/>
            <a:ext cx="54864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60520" y="26060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포그핀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846320" y="1097280"/>
            <a:ext cx="384048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1097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메모리 보드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212080" y="1737360"/>
            <a:ext cx="640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12080" y="17373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93C56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U1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035040" y="1737360"/>
            <a:ext cx="640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5040" y="17373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93C56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U2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858000" y="1737360"/>
            <a:ext cx="640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0" y="17373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93C56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U3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680960" y="1737360"/>
            <a:ext cx="640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80960" y="17373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93C56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U4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212080" y="2468880"/>
            <a:ext cx="640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12080" y="246888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93C56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U5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035040" y="2468880"/>
            <a:ext cx="640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246888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93C56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U6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858000" y="2468880"/>
            <a:ext cx="640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0" y="246888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93C56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U7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680960" y="2468880"/>
            <a:ext cx="640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80960" y="246888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93C56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U8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212080" y="3200400"/>
            <a:ext cx="640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12080" y="32004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93C56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U9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035040" y="3200400"/>
            <a:ext cx="640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35040" y="32004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93C56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U10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858000" y="3200400"/>
            <a:ext cx="640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0" y="32004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93C56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U11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7680960" y="3200400"/>
            <a:ext cx="640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680960" y="32004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93C56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U12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846320" y="39319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4열 x 3행 = 12개  (93C46: 128B 또는 93C56: 256B, 자동 식별)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소스 파일 구조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2560320" cy="5943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058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ee93c56.h / .c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0" y="100584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93C56 Microwire 비트뱅 드라이버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GPIO CLK/DIN/DOUT + CD4067 MUX 제어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2560320" cy="5943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830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sk9822.h / .c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0" y="178308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SK9822 (APA102 호환) LED 드라이버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SPI1 프로토콜, 12개 LED 제어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2560320" cy="5943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5603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voice_data.h / .c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0" y="256032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음성 PCM 데이터 (8kHz 16bit 모노)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gen_voice.py 로 TTS 자동 생성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337560"/>
            <a:ext cx="2560320" cy="5943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3375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app_freertos.c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00400" y="333756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메인 상태 머신 + 보드 감지 태스크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LED 쇼, 검사, 프로그래밍, 음성 재생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114800"/>
            <a:ext cx="2560320" cy="5943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1148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main.c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00400" y="411480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주변장치 초기화 (SPI1, I2S3, UART1)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GPIO 초기화, FreeRTOS 커널 시작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FreeRTOS 태스크 구조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058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태스크 이름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560320" y="10058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우선순위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931920" y="10058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스택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0" y="10058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역할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463040"/>
            <a:ext cx="8229600" cy="594360"/>
          </a:xfrm>
          <a:prstGeom prst="rect">
            <a:avLst/>
          </a:prstGeom>
          <a:solidFill>
            <a:srgbClr val="DDDDDD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4630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defaultTask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60320" y="146304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931920" y="146304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128x4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0" y="14630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 루프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(CubeMX 자동 생성)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103120"/>
            <a:ext cx="82296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1031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mainAppTask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60320" y="210312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931920" y="210312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256x4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0" y="21031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LED 쇼 + 메모리 검사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프로그래밍 + 음성 재생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743200"/>
            <a:ext cx="8229600" cy="594360"/>
          </a:xfrm>
          <a:prstGeom prst="rect">
            <a:avLst/>
          </a:prstGeom>
          <a:solidFill>
            <a:srgbClr val="DDDDDD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27432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detectTask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560320" y="274320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BelowNormal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931920" y="274320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256x4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0" y="27432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백그라운드 보드 감지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(읽기 전용, 안전)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474720"/>
            <a:ext cx="8229600" cy="4114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4747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태스크 간 통신 (volatile 전역 변수)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" y="397764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g_board_present </a:t>
            </a: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보드 감지 플래그 (true/false)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g_detected[12]  </a:t>
            </a: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칩별 감지 상태 배열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g_detect_enable </a:t>
            </a: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감지 태스크 활성화/비활성화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상태 머신 흐름도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005840"/>
            <a:ext cx="502920" cy="50292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05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10058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전원 ON + LED 쇼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566160" y="100584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인트로: "디에스이 아이엔시의 디아지 팁용 프로그래머입니다"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"팁 보드를 올려주세요" + LED 8패턴(A~H)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95528" y="1508760"/>
            <a:ext cx="0" cy="320040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34440" y="17830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보드 감지 + 칩 식별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66160" y="178308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detectTask 백그라운드 감지 -&gt; 안정화 확인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칩 식별: "93C56 보드입니다" / "93C46 보드입니다"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95528" y="2286000"/>
            <a:ext cx="0" cy="320040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560320"/>
            <a:ext cx="502920" cy="50292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34440" y="25603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메모리 검사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66160" y="256032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0xAA, 0x55 쓰기/읽기 검증 (전 비트 전환 확인)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LED: 백색=정상, 적색=불량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95528" y="3063240"/>
            <a:ext cx="0" cy="320040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337560"/>
            <a:ext cx="502920" cy="50292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34440" y="33375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프로그래밍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566160" y="333756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0x00 쓰기 + 검증 (93C46:128B / 93C56:256B)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LED: 청색=완료, 적색=불량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95528" y="3840480"/>
            <a:ext cx="0" cy="320040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114800"/>
            <a:ext cx="502920" cy="50292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34440" y="41148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완료 / 보드 제거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566160" y="41148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"프로그램 완료" -&gt; "보드를 분리하세요" (30초 반복)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분리 감지 -&gt; "보드가 분리되었습니다" -&gt; 상태 A 복귀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7432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-&gt; A  (무한 반복)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LED 쇼 - 8가지 패턴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411480" cy="4114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0120" y="10058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번호순 왕복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120700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U19-&gt;U30-&gt;U19 순차 ON-OFF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411480" cy="4114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1005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257800" y="10058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세로 지그재그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257800" y="120700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열 단위 상하 뱀 형태 이동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011680"/>
            <a:ext cx="411480" cy="4114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011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201168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대각선 쓸기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221284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대각선 그룹이 좌상-&gt;우하 이동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2011680"/>
            <a:ext cx="411480" cy="4114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2011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257800" y="201168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소용돌이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57800" y="221284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외곽에서 중심으로 나선 이동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017520"/>
            <a:ext cx="411480" cy="4114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017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60120" y="30175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확산/수축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321868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중심에서 퍼졌다 다시 모임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3017520"/>
            <a:ext cx="411480" cy="4114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0" y="3017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257800" y="30175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랜덤 반짝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257800" y="321868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무작위 위치에 별처럼 반짝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023360"/>
            <a:ext cx="411480" cy="4114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023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60120" y="402336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행/열 스캔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60120" y="422452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1행 전체 ON-&gt;OFF, 다음 열 스캔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4023360"/>
            <a:ext cx="411480" cy="4114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3" name="Text 31"/>
          <p:cNvSpPr/>
          <p:nvPr/>
        </p:nvSpPr>
        <p:spPr>
          <a:xfrm>
            <a:off x="4754880" y="4023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257800" y="402336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체커보드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257800" y="422452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체스판처럼 흑백 교대 깜빡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 패턴마다 다른 색상 사용 (등휘도 보정 적용).  A~H 전체 완료 후 음성 출력.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93C56 Microwire 프로토콜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144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93C46 vs 93C56 비교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7863840" cy="32004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17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항목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0" y="14173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93C46 (x8)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0" y="14173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93C56 (x8)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1755648"/>
            <a:ext cx="7863840" cy="2560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7556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용량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00400" y="17556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1Kbit (128 x 8)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0" y="17556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2Kbit (256 x 8)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2029968"/>
            <a:ext cx="786384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0299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주소 비트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00400" y="20299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7비트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0" y="20299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8비트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2304288"/>
            <a:ext cx="7863840" cy="2560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23042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명령 길이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00400" y="23042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SB+OP+7 = 10비트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43600" y="23042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SB+OP+8 = 11비트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" y="2578608"/>
            <a:ext cx="786384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25786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식별 방법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00400" y="25786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주소 200 쓰기 실패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43600" y="25786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주소 200 쓰기 성공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" y="288036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프로그램이 자동으로 식별하여 주소 비트와 메모리 크기를 전환합니다.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3200400"/>
            <a:ext cx="8229600" cy="4114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32004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명령어 형식 (x8 모드)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914400" y="3703320"/>
            <a:ext cx="457200" cy="457200"/>
          </a:xfrm>
          <a:prstGeom prst="rect">
            <a:avLst/>
          </a:prstGeom>
          <a:solidFill>
            <a:srgbClr val="DDDDD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3703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SB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14400" y="39776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1비트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417320" y="3703320"/>
            <a:ext cx="640080" cy="457200"/>
          </a:xfrm>
          <a:prstGeom prst="rect">
            <a:avLst/>
          </a:prstGeom>
          <a:solidFill>
            <a:srgbClr val="DDDDD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17320" y="37033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417320" y="39776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2비트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103120" y="3703320"/>
            <a:ext cx="2011680" cy="457200"/>
          </a:xfrm>
          <a:prstGeom prst="rect">
            <a:avLst/>
          </a:prstGeom>
          <a:solidFill>
            <a:srgbClr val="DDDDD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103120" y="3703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주소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103120" y="39776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or 8비트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160520" y="3703320"/>
            <a:ext cx="2286000" cy="457200"/>
          </a:xfrm>
          <a:prstGeom prst="rect">
            <a:avLst/>
          </a:prstGeom>
          <a:solidFill>
            <a:srgbClr val="DDDDD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60520" y="3703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데이터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160520" y="39776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8비트 (읽기/쓰기)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57200" y="4343400"/>
            <a:ext cx="8229600" cy="4114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2" name="Text 40"/>
          <p:cNvSpPr/>
          <p:nvPr/>
        </p:nvSpPr>
        <p:spPr>
          <a:xfrm>
            <a:off x="640080" y="43434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명령어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40080" y="47731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  (10)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651760" y="47731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주소에서 8비트 읽기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846320" y="47731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EWEN (00+11xx)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858000" y="47731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쓰기 허용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40080" y="497433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 (01)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2651760" y="497433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주소에 8비트 쓰기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846320" y="497433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EWDS (00+00xx)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858000" y="497433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쓰기 금지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메모리 셀 검사 방법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144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0xAA / 0x55 패턴 검사란?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0xAA = 10101010  /  0x55 = 01010101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비트가 0 -&gt; 1 -&gt; 0 으로 전환되는지 확인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8비트 x 256주소 x 2패스 = 칩당 총 1,024회 쓰기/읽기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8229600" cy="4114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4688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검출 가능한 결함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971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1:  AA 쓰기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0" y="2971800"/>
            <a:ext cx="365760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2971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017520" y="2971800"/>
            <a:ext cx="3657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0" y="2971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474720" y="2971800"/>
            <a:ext cx="365760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0" y="2971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931920" y="2971800"/>
            <a:ext cx="3657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31920" y="2971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89120" y="2971800"/>
            <a:ext cx="365760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0" y="2971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46320" y="2971800"/>
            <a:ext cx="3657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2971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303520" y="2971800"/>
            <a:ext cx="365760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0" y="2971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760720" y="2971800"/>
            <a:ext cx="3657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60720" y="2971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2:  55 쓰기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560320" y="3337560"/>
            <a:ext cx="3657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60320" y="33375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017520" y="3337560"/>
            <a:ext cx="365760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017520" y="33375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474720" y="3337560"/>
            <a:ext cx="3657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0" y="33375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931920" y="3337560"/>
            <a:ext cx="365760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931920" y="33375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389120" y="3337560"/>
            <a:ext cx="3657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89120" y="33375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846320" y="3337560"/>
            <a:ext cx="365760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33375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303520" y="3337560"/>
            <a:ext cx="3657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03520" y="33375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760720" y="3337560"/>
            <a:ext cx="365760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60720" y="33375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309360" y="3063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 모든 비트가 0과 1 모두 저장/읽기 가능한지 확인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40080" y="3840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Stuck-at-0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2926080" y="3840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항상 0으로 고정된 비트 검출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40080" y="4160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Stuck-at-1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2926080" y="4160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항상 1로 고정된 비트 검출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40080" y="4480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인접 비트 간섭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2926080" y="4480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이웃 비트와 합선(bridging) 검출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안전 설계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문제: 포그핀 접촉 불안정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사람이 손으로 메모리 보드를 올릴 때 일부 핀만 먼저 접촉될 수 있음.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불완전 접촉 상태에서 EEPROM에 쓰기 하면 데이터 손상 위험.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8229600" cy="41148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해결: 2단계 감지 방식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365760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640080" y="2606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1단계: detectTask (백그라운드)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297180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97680" y="3154680"/>
            <a:ext cx="54864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0" y="28346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안정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846320" y="2606040"/>
            <a:ext cx="365760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2606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2단계: mainAppTask (확정)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297180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EE_Detect() + 쓰기/읽기 검증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안정 접촉 확인 후에만 쓰기 수행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이후 메모리 검사/프로그래밍 진행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023360"/>
            <a:ext cx="8229600" cy="4114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02336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FreeRTOS 호환성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45262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ee_wait_ready() 에서 HAL_GetTick() 대신 루프 카운터 사용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(FreeRTOS 환경에서 HAL_GetTick이 증가하지 않는 문제 해결)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GPIO 핀 매핑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기능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89120" y="914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GPIO 핀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8229600" cy="347472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548640" y="13258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SPI1 (SK9822 LED)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389120" y="13258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PA5 (SCK), PA7 (MOSI)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691640"/>
            <a:ext cx="822960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548640" y="16916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I2S3 (음성 앰프)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0" y="169164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PA4 (WS), PB2 (SDO), PC10 (CK)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057400"/>
            <a:ext cx="8229600" cy="347472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548640" y="20574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93C56 CLK / DIN / DOUT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89120" y="205740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PA8 / PC0 / PC1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423160"/>
            <a:ext cx="822960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548640" y="24231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CD4067 MUX A,B,C,D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89120" y="242316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PC6, PC7, PC8, PC9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788920"/>
            <a:ext cx="8229600" cy="347472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548640" y="27889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CD4067 INHIBIT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389120" y="278892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PB12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154680"/>
            <a:ext cx="822960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548640" y="31546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CS0 ~ CS3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389120" y="31546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PA9, PA10, PA11, PA12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520440"/>
            <a:ext cx="8229600" cy="347472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548640" y="35204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CS4 ~ CS8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389120" y="352044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PB4, PB5, PB6, PB7, PB9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886200"/>
            <a:ext cx="822960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548640" y="38862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CS9 ~ CS11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389120" y="388620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PC11, PC12, PD2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4251960"/>
            <a:ext cx="8229600" cy="347472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548640" y="42519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MAX98357A SD_MODE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389120" y="425196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PB8 (R47 풀업, GPIO 미사용)</a:t>
            </a:r>
            <a:endParaRPr lang="en-US" sz="1000" dirty="0"/>
          </a:p>
        </p:txBody>
      </p:sp>
      <p:sp>
        <p:nvSpPr>
          <p:cNvPr id="34" name="Text 30"/>
          <p:cNvSpPr/>
          <p:nvPr/>
        </p:nvSpPr>
        <p:spPr>
          <a:xfrm>
            <a:off x="548640" y="463943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5" name="Text 31"/>
          <p:cNvSpPr/>
          <p:nvPr/>
        </p:nvSpPr>
        <p:spPr>
          <a:xfrm>
            <a:off x="4389120" y="46394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LED 등휘도 보정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인간 눈 감응도 (ITU-R BT.709):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0.2126 x R  +  0.7152 x G  +  0.0722 x B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RGB 값이라도 녹색이 적색보다 3.4배, 청색보다 10배 밝게 보임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8229600" cy="4114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1031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보정된 색상값 (체감 밝기 Y ~ 108 통일)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8229600" cy="3657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6060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색상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94560" y="2606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RGB 값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480560" y="2606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밝기 레지스터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09360" y="2606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체감 밝기 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8229600" cy="30175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017520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적색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194560" y="3017520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255, 0, 0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480560" y="3017520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br=4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09360" y="3017520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337560"/>
            <a:ext cx="8229600" cy="3017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337560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청색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194560" y="3337560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0, 0, 255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480560" y="3337560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br=12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09360" y="3337560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657600"/>
            <a:ext cx="8229600" cy="30175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3657600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녹색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194560" y="3657600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0, 76, 0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480560" y="3657600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br=4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09360" y="3657600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977640"/>
            <a:ext cx="8229600" cy="3017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3977640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주황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194560" y="3977640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200, 20, 0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480560" y="3977640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br=4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309360" y="3977640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114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4297680"/>
            <a:ext cx="8229600" cy="30175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" y="4297680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청록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194560" y="4297680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0, 50, 255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480560" y="4297680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br=4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309360" y="4297680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" y="4617720"/>
            <a:ext cx="8229600" cy="3017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548640" y="4617720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자홍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194560" y="4617720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180, 0, 200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480560" y="4617720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br=4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309360" y="4617720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음성 메시지 안내 (8종)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8092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gen_voice.py 로 Windows TTS(Heami)에서 자동 생성, 8kHz 16bit 모노 PCM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34747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4300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11430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음성 내용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0" y="11430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 시점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536192"/>
            <a:ext cx="8229600" cy="38404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536192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05840" y="153619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이장치는 디에스이 아이엔시의 디아지 팁용 프로그래머입니다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0" y="153619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전원 ON 직후 (최초 1회)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1938528"/>
            <a:ext cx="822960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1938528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05840" y="193852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디아지용 팁 보드를 올려주세요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193852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상태 A: LED 쇼 중 보드 대기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340864"/>
            <a:ext cx="8229600" cy="38404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340864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05840" y="234086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프로그램이 완료되었습니다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234086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상태 E: 프로그래밍 성공 후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743200"/>
            <a:ext cx="822960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274320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05840" y="27432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적색 표시는 불량입니다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54880" y="27432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상태 E: 불량 칩이 있을 때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145536"/>
            <a:ext cx="8229600" cy="38404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3145536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05840" y="314553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보드를 분리하여 주십시요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54880" y="314553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상태 E: 보드 제거 요청 (30초 반복)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547872"/>
            <a:ext cx="822960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3547872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05840" y="354787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93C56 보드입니다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54880" y="354787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상태 B: 칩 식별 결과 93C56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3950208"/>
            <a:ext cx="8229600" cy="38404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" y="3950208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005840" y="395020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93C46 보드입니다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754880" y="395020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상태 B: 칩 식별 결과 93C46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4352544"/>
            <a:ext cx="822960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548640" y="4352544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005840" y="435254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보드가 분리되었습니다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754880" y="435254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상태 E: 보드 제거 감지 직후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497D"/>
                </a:solidFill>
              </a:rPr>
              <a:t>버그 수정 및 신규 기능 (2026.04)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85800"/>
            <a:ext cx="8595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497D"/>
                </a:solidFill>
              </a:rPr>
              <a:t>[ 버그 수정 1 ]  LED 항상 소등 문제</a:t>
            </a:r>
          </a:p>
          <a:p>
            <a:r>
              <a:rPr sz="1300" b="0"/>
              <a:t>원인: led_set()에서 SK9822 brightness가 0으로 하드코딩 → 0xE0 전송 = 완전 꺼짐</a:t>
            </a:r>
          </a:p>
          <a:p>
            <a:r>
              <a:rPr sz="1300" b="0"/>
              <a:t>수정: 색상에 따라 자동 밝기 부여</a:t>
            </a:r>
          </a:p>
          <a:p>
            <a:r>
              <a:rPr sz="1300" b="0"/>
              <a:t>  · 소등 (0,0,0) → br = 0    · 청색 전용 → br = 12 (시감 보정)    · 기타 색상 → br =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783080"/>
            <a:ext cx="8595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497D"/>
                </a:solidFill>
              </a:rPr>
              <a:t>[ 버그 수정 2 ]  0x00 초기화 칩 감지 실패</a:t>
            </a:r>
          </a:p>
          <a:p>
            <a:r>
              <a:rPr sz="1300" b="0"/>
              <a:t>원인: detectTask에서 EE_DetectReadOnly() 사용 → 데이터 0x00이면 칩 없음으로 판정</a:t>
            </a:r>
          </a:p>
          <a:p>
            <a:r>
              <a:rPr sz="1300" b="0"/>
              <a:t>수정: detectTask에서 EE_Detect() 사용 (addr 255에 0xA5 기록 후 읽어 비교)</a:t>
            </a:r>
          </a:p>
          <a:p>
            <a:r>
              <a:rPr sz="1300" b="0"/>
              <a:t>  · 이미 0x00으로 초기화된 칩도 쓰기+읽기로 확실히 감지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880360"/>
            <a:ext cx="8595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497D"/>
                </a:solidFill>
              </a:rPr>
              <a:t>[ 신규 기능 ]  UART1 디버그 로그 출력</a:t>
            </a:r>
          </a:p>
          <a:p>
            <a:r>
              <a:rPr sz="1200" b="0"/>
              <a:t>설정: PB14 (TX) / PB15 (RX)  ·  115200 bps, 8N1</a:t>
            </a:r>
          </a:p>
          <a:p>
            <a:r>
              <a:rPr sz="1200" b="0"/>
              <a:t>구현: uart_log() 헬퍼 함수 (vsnprintf + HAL_UART_Transmit 블로킹)</a:t>
            </a:r>
          </a:p>
          <a:p>
            <a:r>
              <a:rPr sz="1200" b="0"/>
              <a:t>출력 항목:</a:t>
            </a:r>
          </a:p>
          <a:p>
            <a:r>
              <a:rPr sz="1200" b="0"/>
              <a:t>  [INIT]   시스템 시작, 슬롯 수</a:t>
            </a:r>
          </a:p>
          <a:p>
            <a:r>
              <a:rPr sz="1200" b="0"/>
              <a:t>  [WAIT]   보드 장착 대기</a:t>
            </a:r>
          </a:p>
          <a:p>
            <a:r>
              <a:rPr sz="1200" b="0"/>
              <a:t>  [BOARD]  보드 감지, 칩 스캔 결과 표 (CS00~CS11 O/X)</a:t>
            </a:r>
          </a:p>
          <a:p>
            <a:r>
              <a:rPr sz="1200" b="0"/>
              <a:t>  [CHIP]   93C56 / 93C46 식별 결과</a:t>
            </a:r>
          </a:p>
          <a:p>
            <a:r>
              <a:rPr sz="1200" b="0"/>
              <a:t>  [STATE B/C/D]  각 단계 진입</a:t>
            </a:r>
          </a:p>
          <a:p>
            <a:r>
              <a:rPr sz="1200" b="0"/>
              <a:t>  [TEST]   칩별 0xAA/0x55 테스트 결과 (PASS/FAIL/SKIP)</a:t>
            </a:r>
          </a:p>
          <a:p>
            <a:r>
              <a:rPr sz="1200" b="0"/>
              <a:t>  [PROG]   칩별 0x00 프로그래밍 결과 (OK/FAIL/SKIP)</a:t>
            </a:r>
          </a:p>
          <a:p>
            <a:r>
              <a:rPr sz="1200" b="0"/>
              <a:t>  [DONE]   최종 요약 (PASS=N  FAIL=N  SKIP=N, 불량 목록)</a:t>
            </a:r>
          </a:p>
          <a:p>
            <a:r>
              <a:rPr sz="1200" b="0"/>
              <a:t>  [BOARD]  보드 분리 확인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요약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8229600" cy="0"/>
          </a:xfrm>
          <a:prstGeom prst="line">
            <a:avLst/>
          </a:prstGeom>
          <a:noFill/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371600" y="2377440"/>
            <a:ext cx="6400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endParaRPr lang="en-US" sz="1400" dirty="0"/>
          </a:p>
          <a:p>
            <a:pPr marL="342900" indent="-342900">
              <a:buSzPct val="100000"/>
              <a:buChar char="•"/>
            </a:pPr>
            <a:endParaRPr lang="en-US" sz="1400" dirty="0"/>
          </a:p>
          <a:p>
            <a:pPr marL="342900" indent="-342900">
              <a:buSzPct val="100000"/>
              <a:buChar char="•"/>
            </a:pPr>
            <a:endParaRPr lang="en-US" sz="1400" dirty="0"/>
          </a:p>
          <a:p>
            <a:pPr marL="342900" indent="-342900">
              <a:buSzPct val="100000"/>
              <a:buChar char="•"/>
            </a:pPr>
            <a:endParaRPr lang="en-US" sz="1400" dirty="0"/>
          </a:p>
          <a:p>
            <a:pPr marL="342900" indent="-342900">
              <a:buSzPct val="100000"/>
              <a:buChar char="•"/>
            </a:pPr>
            <a:endParaRPr lang="en-US" sz="1400" dirty="0"/>
          </a:p>
          <a:p>
            <a:pPr marL="342900" indent="-342900">
              <a:buSzPct val="100000"/>
              <a:buChar char="•"/>
            </a:pPr>
            <a:endParaRPr lang="en-US" sz="1400" dirty="0"/>
          </a:p>
          <a:p>
            <a:pPr marL="342900" indent="-342900">
              <a:buSzPct val="100000"/>
              <a:buChar char="•"/>
            </a:pPr>
            <a:endParaRPr lang="en-US" sz="1400" dirty="0"/>
          </a:p>
          <a:p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한국어 TTS 음성 안내 8종 자동 생성</a:t>
            </a:r>
          </a:p>
          <a:p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UART1 디버그 로그 추가 (PB14/PB15, 115200bps)  ← 신규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" y="457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디버그 세션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65836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2E74B5"/>
                </a:solidFill>
              </a:rPr>
              <a:t>2026.04 | 93C56 프로그래머 보드 진단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914400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4B5"/>
                </a:solidFill>
              </a:rPr>
              <a:t>문제 증상 (초기 UART 출력)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5303520" cy="2286000"/>
          </a:xfrm>
          <a:prstGeom prst="rect">
            <a:avLst/>
          </a:prstGeom>
          <a:solidFill>
            <a:srgbClr val="F2F2F2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84048" y="1280160"/>
            <a:ext cx="50840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D7D31"/>
                </a:solidFill>
              </a:rPr>
              <a:t>[DIAG] CS00: WR=OK    RB=0x48  ---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499616"/>
            <a:ext cx="50840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D7D31"/>
                </a:solidFill>
              </a:rPr>
              <a:t>[DIAG] CS01: WR=OK    RB=0x48  ---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719072"/>
            <a:ext cx="50840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D7D31"/>
                </a:solidFill>
              </a:rPr>
              <a:t>[DIAG] CS02: WR=OK    RB=0x48  ---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938528"/>
            <a:ext cx="50840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D7D31"/>
                </a:solidFill>
              </a:rPr>
              <a:t>[DIAG] CS03: WR=OK    RB=0x48  ---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2157984"/>
            <a:ext cx="50840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0000"/>
                </a:solidFill>
              </a:rPr>
              <a:t>[DIAG] CS04: WR=TOUT  RB=0xFF  ---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2377440"/>
            <a:ext cx="50840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0000"/>
                </a:solidFill>
              </a:rPr>
              <a:t>[DIAG] CS05: WR=TOUT  RB=0xFF  ---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2596896"/>
            <a:ext cx="50840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0000"/>
                </a:solidFill>
              </a:rPr>
              <a:t>  ...  (CS06 ~ CS11 모두 TOUT)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2816352"/>
            <a:ext cx="50840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[WAIT] Waiting for memory board...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60720" y="1234440"/>
            <a:ext cx="3200400" cy="2286000"/>
          </a:xfrm>
          <a:prstGeom prst="rect">
            <a:avLst/>
          </a:prstGeom>
          <a:solidFill>
            <a:srgbClr val="F2F2F2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852159" y="12801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4B5"/>
                </a:solidFill>
              </a:rPr>
              <a:t>현상 요약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70448" y="1554480"/>
            <a:ext cx="29809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D7D31"/>
                </a:solidFill>
              </a:rPr>
              <a:t>① CS00-03: WR=OK 이지만 RB≠0xA5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70448" y="1773936"/>
            <a:ext cx="29809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   → 쓰기 완료 신호 감지, 그러나 데이터 불일치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70448" y="1993392"/>
            <a:ext cx="29809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0000"/>
                </a:solidFill>
              </a:rPr>
              <a:t>② CS04-11: WR=TOUT (타임아웃)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70448" y="2212848"/>
            <a:ext cx="29809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0000"/>
                </a:solidFill>
              </a:rPr>
              <a:t>   → DO 신호가 HIGH로 올라오지 않음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70448" y="2432304"/>
            <a:ext cx="29809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0000"/>
                </a:solidFill>
              </a:rPr>
              <a:t>③ [WAIT] 무한 대기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70448" y="2651760"/>
            <a:ext cx="29809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   → EE_Detect() 전체 실패 → g_board_present=false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3611880"/>
            <a:ext cx="8595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4B5"/>
                </a:solidFill>
              </a:rPr>
              <a:t>조사 과정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931920"/>
            <a:ext cx="1920240" cy="32918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0040" y="39593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하드웨어 측정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3968496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ORG핀 측정(오측정→GND 재확인), CS4 스코프, DI/DO 측정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4315968"/>
            <a:ext cx="1920240" cy="32918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20040" y="4343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MUX 배선 확인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86000" y="4352544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멀티미터 통전: CD4067 X4~X11 → U23~U30 DO 핀 연결 확인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4700016"/>
            <a:ext cx="1920240" cy="32918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20040" y="47274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GPIO 진단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86000" y="4736592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PB4(CS4) IDR 테스트 추가 → IDR=0 GPIO 정상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5084064"/>
            <a:ext cx="1920240" cy="32918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20040" y="511149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U24 직접 측정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86000" y="5120640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CS 70ms 펄스 ✓  VCC 3.3V ✓  DO 항상 LOW ✗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" y="457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하드웨어 측정 결과 및 원인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65836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2E74B5"/>
                </a:solidFill>
              </a:rPr>
              <a:t>스코프 / 멀티미터 / UART 진단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2296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4B5"/>
                </a:solidFill>
              </a:rPr>
              <a:t>핀/신호 측정 결과 (메모리 보드 연결 상태)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1993392" cy="2743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1161288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측정 대상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1143000"/>
            <a:ext cx="1627632" cy="2743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331720" y="1161288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측정값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0" y="1143000"/>
            <a:ext cx="2176272" cy="2743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977639" y="1161288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의미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79" y="1143000"/>
            <a:ext cx="530352" cy="2743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72199" y="1161288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상태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417320"/>
            <a:ext cx="1993392" cy="292608"/>
          </a:xfrm>
          <a:prstGeom prst="rect">
            <a:avLst/>
          </a:prstGeom>
          <a:solidFill>
            <a:srgbClr val="F8F8F8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9184" y="1444752"/>
            <a:ext cx="19019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ORG 핀 (모든 칩)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0" y="1417320"/>
            <a:ext cx="1627632" cy="292608"/>
          </a:xfrm>
          <a:prstGeom prst="rect">
            <a:avLst/>
          </a:prstGeom>
          <a:solidFill>
            <a:srgbClr val="F8F8F8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340864" y="1444752"/>
            <a:ext cx="15361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8638"/>
                </a:solidFill>
              </a:rPr>
              <a:t>GND (0V) 고정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31920" y="1417320"/>
            <a:ext cx="2176272" cy="292608"/>
          </a:xfrm>
          <a:prstGeom prst="rect">
            <a:avLst/>
          </a:prstGeom>
          <a:solidFill>
            <a:srgbClr val="F8F8F8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986783" y="1444752"/>
            <a:ext cx="208483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x8 모드 확인됨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79" y="1417320"/>
            <a:ext cx="530352" cy="292608"/>
          </a:xfrm>
          <a:prstGeom prst="rect">
            <a:avLst/>
          </a:prstGeom>
          <a:solidFill>
            <a:srgbClr val="F8F8F8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81343" y="1444752"/>
            <a:ext cx="4389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8638"/>
                </a:solidFill>
              </a:rPr>
              <a:t>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1709928"/>
            <a:ext cx="1993392" cy="292608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9184" y="1737360"/>
            <a:ext cx="19019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CS0-CS3 CS 신호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0" y="1709928"/>
            <a:ext cx="1627632" cy="292608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340864" y="1737360"/>
            <a:ext cx="15361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8638"/>
                </a:solidFill>
              </a:rPr>
              <a:t>70ms 펄스 정상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31920" y="1709928"/>
            <a:ext cx="2176272" cy="292608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986783" y="1737360"/>
            <a:ext cx="208483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MCU → 칩 도달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79" y="1709928"/>
            <a:ext cx="530352" cy="292608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181343" y="1737360"/>
            <a:ext cx="4389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8638"/>
                </a:solidFill>
              </a:rPr>
              <a:t>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2002536"/>
            <a:ext cx="1993392" cy="292608"/>
          </a:xfrm>
          <a:prstGeom prst="rect">
            <a:avLst/>
          </a:prstGeom>
          <a:solidFill>
            <a:srgbClr val="F8F8F8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29184" y="2029967"/>
            <a:ext cx="19019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CS4 (PB4/U23) CS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0" y="2002536"/>
            <a:ext cx="1627632" cy="292608"/>
          </a:xfrm>
          <a:prstGeom prst="rect">
            <a:avLst/>
          </a:prstGeom>
          <a:solidFill>
            <a:srgbClr val="F8F8F8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340864" y="2029967"/>
            <a:ext cx="15361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D7D31"/>
                </a:solidFill>
              </a:rPr>
              <a:t>무신호 (상태 불명)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931920" y="2002536"/>
            <a:ext cx="2176272" cy="292608"/>
          </a:xfrm>
          <a:prstGeom prst="rect">
            <a:avLst/>
          </a:prstGeom>
          <a:solidFill>
            <a:srgbClr val="F8F8F8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986783" y="2029967"/>
            <a:ext cx="208483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원인 조사 중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26479" y="2002536"/>
            <a:ext cx="530352" cy="292608"/>
          </a:xfrm>
          <a:prstGeom prst="rect">
            <a:avLst/>
          </a:prstGeom>
          <a:solidFill>
            <a:srgbClr val="F8F8F8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181343" y="2029967"/>
            <a:ext cx="4389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D7D31"/>
                </a:solidFill>
              </a:rPr>
              <a:t>?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2295144"/>
            <a:ext cx="1993392" cy="292608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29184" y="2322575"/>
            <a:ext cx="19019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CS5-CS11 CS 신호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86000" y="2295144"/>
            <a:ext cx="1627632" cy="292608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340864" y="2322575"/>
            <a:ext cx="15361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8638"/>
                </a:solidFill>
              </a:rPr>
              <a:t>70ms 펄스 정상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931920" y="2295144"/>
            <a:ext cx="2176272" cy="292608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986783" y="2322575"/>
            <a:ext cx="208483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MCU GPIO 정상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26479" y="2295144"/>
            <a:ext cx="530352" cy="292608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181343" y="2322575"/>
            <a:ext cx="4389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8638"/>
                </a:solidFill>
              </a:rPr>
              <a:t>✓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2587751"/>
            <a:ext cx="1993392" cy="292608"/>
          </a:xfrm>
          <a:prstGeom prst="rect">
            <a:avLst/>
          </a:prstGeom>
          <a:solidFill>
            <a:srgbClr val="F8F8F8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29184" y="2615183"/>
            <a:ext cx="19019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U24 VCC (핀 6)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286000" y="2587751"/>
            <a:ext cx="1627632" cy="292608"/>
          </a:xfrm>
          <a:prstGeom prst="rect">
            <a:avLst/>
          </a:prstGeom>
          <a:solidFill>
            <a:srgbClr val="F8F8F8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340864" y="2615183"/>
            <a:ext cx="15361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8638"/>
                </a:solidFill>
              </a:rPr>
              <a:t>3.3V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931920" y="2587751"/>
            <a:ext cx="2176272" cy="292608"/>
          </a:xfrm>
          <a:prstGeom prst="rect">
            <a:avLst/>
          </a:prstGeom>
          <a:solidFill>
            <a:srgbClr val="F8F8F8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986783" y="2615183"/>
            <a:ext cx="208483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전원 정상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26479" y="2587751"/>
            <a:ext cx="530352" cy="292608"/>
          </a:xfrm>
          <a:prstGeom prst="rect">
            <a:avLst/>
          </a:prstGeom>
          <a:solidFill>
            <a:srgbClr val="F8F8F8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181343" y="2615183"/>
            <a:ext cx="4389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8638"/>
                </a:solidFill>
              </a:rPr>
              <a:t>✓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2880359"/>
            <a:ext cx="1993392" cy="292608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29184" y="2907791"/>
            <a:ext cx="19019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U24 DI (핀 3)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286000" y="2880359"/>
            <a:ext cx="1627632" cy="292608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2340864" y="2907791"/>
            <a:ext cx="15361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8638"/>
                </a:solidFill>
              </a:rPr>
              <a:t>CLK동기 펄스 있음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931920" y="2880359"/>
            <a:ext cx="2176272" cy="292608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986783" y="2907791"/>
            <a:ext cx="208483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DIN (PC0) 도달 확인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126479" y="2880359"/>
            <a:ext cx="530352" cy="292608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181343" y="2907791"/>
            <a:ext cx="4389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8638"/>
                </a:solidFill>
              </a:rPr>
              <a:t>✓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74320" y="3172967"/>
            <a:ext cx="1993392" cy="292608"/>
          </a:xfrm>
          <a:prstGeom prst="rect">
            <a:avLst/>
          </a:prstGeom>
          <a:solidFill>
            <a:srgbClr val="F8F8F8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329184" y="3200399"/>
            <a:ext cx="19019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U24 SK (핀 2)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286000" y="3172967"/>
            <a:ext cx="1627632" cy="292608"/>
          </a:xfrm>
          <a:prstGeom prst="rect">
            <a:avLst/>
          </a:prstGeom>
          <a:solidFill>
            <a:srgbClr val="F8F8F8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2340864" y="3200399"/>
            <a:ext cx="15361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D7D31"/>
                </a:solidFill>
              </a:rPr>
              <a:t>미확인 ← 다음 체크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931920" y="3172967"/>
            <a:ext cx="2176272" cy="292608"/>
          </a:xfrm>
          <a:prstGeom prst="rect">
            <a:avLst/>
          </a:prstGeom>
          <a:solidFill>
            <a:srgbClr val="F8F8F8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3986783" y="3200399"/>
            <a:ext cx="208483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클락 도달 여부 불명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26479" y="3172967"/>
            <a:ext cx="530352" cy="292608"/>
          </a:xfrm>
          <a:prstGeom prst="rect">
            <a:avLst/>
          </a:prstGeom>
          <a:solidFill>
            <a:srgbClr val="F8F8F8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6181343" y="3200399"/>
            <a:ext cx="4389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D7D31"/>
                </a:solidFill>
              </a:rPr>
              <a:t>?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74320" y="3465575"/>
            <a:ext cx="1993392" cy="292608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329184" y="3493007"/>
            <a:ext cx="19019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U24 DO (핀 4)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286000" y="3465575"/>
            <a:ext cx="1627632" cy="292608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2340864" y="3493007"/>
            <a:ext cx="15361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00000"/>
                </a:solidFill>
              </a:rPr>
              <a:t>항상 LOW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931920" y="3465575"/>
            <a:ext cx="2176272" cy="292608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3986783" y="3493007"/>
            <a:ext cx="208483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칩 응답 없음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126479" y="3465575"/>
            <a:ext cx="530352" cy="292608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6181343" y="3493007"/>
            <a:ext cx="4389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00000"/>
                </a:solidFill>
              </a:rPr>
              <a:t>✗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74320" y="3758183"/>
            <a:ext cx="1993392" cy="292608"/>
          </a:xfrm>
          <a:prstGeom prst="rect">
            <a:avLst/>
          </a:prstGeom>
          <a:solidFill>
            <a:srgbClr val="F8F8F8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329184" y="3785615"/>
            <a:ext cx="19019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MUX X4~X11 통전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286000" y="3758183"/>
            <a:ext cx="1627632" cy="292608"/>
          </a:xfrm>
          <a:prstGeom prst="rect">
            <a:avLst/>
          </a:prstGeom>
          <a:solidFill>
            <a:srgbClr val="F8F8F8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2340864" y="3785615"/>
            <a:ext cx="15361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8638"/>
                </a:solidFill>
              </a:rPr>
              <a:t>확인됨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931920" y="3758183"/>
            <a:ext cx="2176272" cy="292608"/>
          </a:xfrm>
          <a:prstGeom prst="rect">
            <a:avLst/>
          </a:prstGeom>
          <a:solidFill>
            <a:srgbClr val="F8F8F8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3986783" y="3785615"/>
            <a:ext cx="208483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CD4067→칩 배선 OK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126479" y="3758183"/>
            <a:ext cx="530352" cy="292608"/>
          </a:xfrm>
          <a:prstGeom prst="rect">
            <a:avLst/>
          </a:prstGeom>
          <a:solidFill>
            <a:srgbClr val="F8F8F8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6181343" y="3785615"/>
            <a:ext cx="4389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8638"/>
                </a:solidFill>
              </a:rPr>
              <a:t>✓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74320" y="4050791"/>
            <a:ext cx="1993392" cy="292608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329184" y="4078224"/>
            <a:ext cx="19019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PB4 IDR 테스트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286000" y="4050791"/>
            <a:ext cx="1627632" cy="292608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2340864" y="4078224"/>
            <a:ext cx="15361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8638"/>
                </a:solidFill>
              </a:rPr>
              <a:t>IDR=0 (GPIO 정상)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931920" y="4050791"/>
            <a:ext cx="2176272" cy="292608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3986783" y="4078224"/>
            <a:ext cx="208483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JTAG 문제 아님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126479" y="4050791"/>
            <a:ext cx="530352" cy="292608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6181343" y="4078224"/>
            <a:ext cx="4389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8638"/>
                </a:solidFill>
              </a:rPr>
              <a:t>✓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897880" y="822960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4B5"/>
                </a:solidFill>
              </a:rPr>
              <a:t>현재까지 원인 분석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897880" y="1143000"/>
            <a:ext cx="3017520" cy="274320"/>
          </a:xfrm>
          <a:prstGeom prst="rect">
            <a:avLst/>
          </a:prstGeom>
          <a:solidFill>
            <a:srgbClr val="378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5989320" y="1179576"/>
            <a:ext cx="2834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해결된 항목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897880" y="1435608"/>
            <a:ext cx="3017520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5989320" y="1453896"/>
            <a:ext cx="2834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• PB4 GPIO 정상 확인
(JTAG 문제 아님, IDR=0)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897880" y="1892808"/>
            <a:ext cx="3017520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5989320" y="1911096"/>
            <a:ext cx="2834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• MUX 배선 정상
(X4~X11 통전 확인)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897880" y="2350008"/>
            <a:ext cx="3017520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5989320" y="2368296"/>
            <a:ext cx="2834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• ORG=GND 재확인
(x8 모드 올바름)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897880" y="2898648"/>
            <a:ext cx="3017520" cy="2743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5989320" y="2935224"/>
            <a:ext cx="2834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미해결: DO 항상 LOW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5897880" y="3191256"/>
            <a:ext cx="3017520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5989320" y="3209544"/>
            <a:ext cx="2834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• CS, VCC, DI 모두 정상인데
U24 DO가 응답 없음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5897880" y="3648456"/>
            <a:ext cx="3017520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5989320" y="3666744"/>
            <a:ext cx="2834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• 93C56 규격:
  CS=HIGH + SK클락 수신 후 DO 구동
  → SK 미도달 가능성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897880" y="4105656"/>
            <a:ext cx="3017520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5989320" y="4123944"/>
            <a:ext cx="2834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• 가능한 원인:
  A) SK 클락 칩 미도달
  B) DO 핀 GND 단락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" y="457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디버그 코드 변경 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65836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2E74B5"/>
                </a:solidFill>
              </a:rPr>
              <a:t>app_freertos.c / ee93c56.c 수정 내용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22960"/>
            <a:ext cx="8595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4B5"/>
                </a:solidFill>
              </a:rPr>
              <a:t>app_freertos.c — DIAG 섹션 강화 (StartDetectTask)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70432"/>
            <a:ext cx="8595360" cy="27432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207008"/>
            <a:ext cx="8321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① PB4 GPIO IDR 진단 추가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63040"/>
            <a:ext cx="8595360" cy="777240"/>
          </a:xfrm>
          <a:prstGeom prst="rect">
            <a:avLst/>
          </a:prstGeom>
          <a:solidFill>
            <a:srgbClr val="F2F2F2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1499616"/>
            <a:ext cx="8321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3366"/>
                </a:solidFill>
              </a:rPr>
              <a:t>HAL_GPIO_WritePin(GPIOB, GPIO_PIN_4, GPIO_PIN_RESET);
osDelay(1);
uint8_t pb4_idr = (GPIOB-&gt;IDR &amp; GPIO_PIN_4) ? 1 : 0;
uart_log("[DIAG] PB4(CS4) ODR=0 after, IDR=%u  %s\r\n", pb4_idr,
         pb4_idr ? "*** HW SHORT/PULLUP ***" : "GPIO OK");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304288"/>
            <a:ext cx="8595360" cy="27432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2340864"/>
            <a:ext cx="8321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② 칩 자동 식별 (EE_IdentifyChip) 추가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596896"/>
            <a:ext cx="8595360" cy="777240"/>
          </a:xfrm>
          <a:prstGeom prst="rect">
            <a:avLst/>
          </a:prstGeom>
          <a:solidFill>
            <a:srgbClr val="F2F2F2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4048" y="2633472"/>
            <a:ext cx="8321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3366"/>
                </a:solidFill>
              </a:rPr>
              <a:t>EE_ChipType ctype = EE_IdentifyChip();
uart_log("[DIAG] ChipType=%-7s  addr_bits=%u  num_addrs=%u\r\n",
         cname, (unsigned)g_addr_bits, (unsigned)g_num_addrs);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2926080"/>
            <a:ext cx="8595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4B5"/>
                </a:solidFill>
              </a:rPr>
              <a:t>ee93c56.c — EE_IdentifyChip() 구현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255264"/>
            <a:ext cx="1097280" cy="27432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" y="3291840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기능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44752" y="3291840"/>
            <a:ext cx="7406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93C56 vs 93C46 자동 식별 (주소 범위 테스트 방식)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547872"/>
            <a:ext cx="1097280" cy="27432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0040" y="3584448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방법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44752" y="3584448"/>
            <a:ext cx="7406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g_addr_bits=8 (93C56)로 addr 200에 쓰기/읽기 → 성공 시 93C56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840480"/>
            <a:ext cx="1097280" cy="27432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20040" y="3877056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방법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44752" y="3877056"/>
            <a:ext cx="7406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실패 시 g_addr_bits=7 (93C46)로 addr 100에 쓰기/읽기 재시도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133088"/>
            <a:ext cx="1097280" cy="27432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0040" y="4169664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결과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44752" y="4169664"/>
            <a:ext cx="7406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8638"/>
                </a:solidFill>
              </a:rPr>
              <a:t>g_chip_type, g_addr_bits, g_num_addrs 전역 변수 자동 설정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4425696"/>
            <a:ext cx="1097280" cy="27432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20040" y="4462272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한계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44752" y="4462272"/>
            <a:ext cx="7406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D7D31"/>
                </a:solidFill>
              </a:rPr>
              <a:t>칩 무반응 (DO=LOW) 시 UNKNOWN 반환 → 현재 상황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" y="457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현재 상태 및 다음 진단 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65836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2E74B5"/>
                </a:solidFill>
              </a:rPr>
              <a:t>2026.04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22960"/>
            <a:ext cx="8595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74B5"/>
                </a:solidFill>
              </a:rPr>
              <a:t>현재 상태 요약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70432"/>
            <a:ext cx="8595360" cy="274320"/>
          </a:xfrm>
          <a:prstGeom prst="rect">
            <a:avLst/>
          </a:prstGeom>
          <a:solidFill>
            <a:srgbClr val="378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207008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✓ 확인됨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463040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   • ORG = GND (x8 모드) — 전 칩 동일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719072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   • MUX CD4067 배선 — X0~X11 모두 연결됨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975104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   • VCC 3.3V — U24 (대표 확인), 정상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231136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   • CS 신호 — CS0~CS3, CS5~CS11 정상 펄스 출력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2487168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   • DI 신호 — U24~U30 칩에 도달 확인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2743200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   • PB4 GPIO — IDR=0, 하드웨어 단락 없음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2999232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   • Microwire 프로토콜 코드 — x8 명령 형식 정확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364992"/>
            <a:ext cx="8595360" cy="2743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60" y="3401568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? 미확인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3657600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   • SK (클락, PA8) — U24 핀 2 실측 미완료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3913632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   • CS4 (PB4/U23) stuck HIGH 원인 — IDR=0 이지만 스코프 재확인 필요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4169664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   • DO 항상 LOW 원인 — SK 미도달 vs DO GND 단락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535424"/>
            <a:ext cx="8595360" cy="2743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5760" y="4572000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✗ 미해결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4828032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   • CS00-CS11 전부 TOUT — DO가 HIGH로 올라오지 않음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5084064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   • EE_Detect() 전체 실패 → g_board_present = false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5340096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   • [WAIT] 무한 대기 — 보드 감지 불가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516636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4B5"/>
                </a:solidFill>
              </a:rPr>
              <a:t>다음 진단 단계 (우선순위 순)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5486400"/>
            <a:ext cx="347472" cy="2926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20040" y="5513832"/>
            <a:ext cx="256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5486400"/>
            <a:ext cx="2926080" cy="292608"/>
          </a:xfrm>
          <a:prstGeom prst="rect">
            <a:avLst/>
          </a:prstGeom>
          <a:solidFill>
            <a:srgbClr val="F2F2F2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13232" y="552297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497D"/>
                </a:solidFill>
              </a:rPr>
              <a:t>U24 핀 2 (SK) 스코프 측정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5522976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클락 신호가 칩에 도달하는지 확인 → SK 포고핀 접촉 불량 여부 판단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5833872"/>
            <a:ext cx="347472" cy="2926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20040" y="5861304"/>
            <a:ext cx="256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833872"/>
            <a:ext cx="2926080" cy="292608"/>
          </a:xfrm>
          <a:prstGeom prst="rect">
            <a:avLst/>
          </a:prstGeom>
          <a:solidFill>
            <a:srgbClr val="F2F2F2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13232" y="5870448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497D"/>
                </a:solidFill>
              </a:rPr>
              <a:t>U24 DO(핀4) ~ GND 저항 측정 (전원 OFF)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0" y="587044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&gt;100kΩ: 정상 | &lt;100Ω: DO-GND 단락 → PCB 불량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6181344"/>
            <a:ext cx="347472" cy="29260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20040" y="6208776"/>
            <a:ext cx="256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6181344"/>
            <a:ext cx="2926080" cy="292608"/>
          </a:xfrm>
          <a:prstGeom prst="rect">
            <a:avLst/>
          </a:prstGeom>
          <a:solidFill>
            <a:srgbClr val="F2F2F2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13232" y="6217920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497D"/>
                </a:solidFill>
              </a:rPr>
              <a:t>SK 미도달 확인 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0" y="621792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PA8 포고핀 연결 확인 / SK 트레이스 수정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6528816"/>
            <a:ext cx="347472" cy="29260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20040" y="6556248"/>
            <a:ext cx="256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6528816"/>
            <a:ext cx="2926080" cy="292608"/>
          </a:xfrm>
          <a:prstGeom prst="rect">
            <a:avLst/>
          </a:prstGeom>
          <a:solidFill>
            <a:srgbClr val="F2F2F2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13232" y="6565392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497D"/>
                </a:solidFill>
              </a:rPr>
              <a:t>SK 정상이고 DO 단락 없을 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0" y="656539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EE_Read() 직접 호출 추가하여 DO 비트 변화 여부 확인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" y="457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슬라이드 19  최종 완료 — 93C56 프로그래머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65836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2E74B5"/>
                </a:solidFill>
              </a:rPr>
              <a:t>2026.04 | 12/12 칩 프로그래밍 성공 · SPI1 충돌 해결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22960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4B5"/>
                </a:solidFill>
              </a:rPr>
              <a:t>최종 UART 출력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4389120" cy="3227832"/>
          </a:xfrm>
          <a:prstGeom prst="rect">
            <a:avLst/>
          </a:prstGeom>
          <a:solidFill>
            <a:srgbClr val="F2F2F2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84048" y="1170432"/>
            <a:ext cx="416966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8638"/>
                </a:solidFill>
              </a:rPr>
              <a:t>[DIAG] Chips found: 12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463040"/>
            <a:ext cx="416966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8638"/>
                </a:solidFill>
              </a:rPr>
              <a:t>[INIT] LED sequence start (count=12)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755648"/>
            <a:ext cx="416966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8638"/>
                </a:solidFill>
              </a:rPr>
              <a:t>[INIT] LED sequence done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2048256"/>
            <a:ext cx="416966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8638"/>
                </a:solidFill>
              </a:rPr>
              <a:t>[WAIT] Loop exited: count=12, skip=0x0000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2340864"/>
            <a:ext cx="416966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8638"/>
                </a:solidFill>
              </a:rPr>
              <a:t>[BOARD] Board detected! (12/12 chips)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2633472"/>
            <a:ext cx="416966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8638"/>
                </a:solidFill>
              </a:rPr>
              <a:t>[STATE B] CS00~CS11: 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2926079"/>
            <a:ext cx="416966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8638"/>
                </a:solidFill>
              </a:rPr>
              <a:t>[STATE D] Programming (write 0x00 all)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3218687"/>
            <a:ext cx="416966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8638"/>
                </a:solidFill>
              </a:rPr>
              <a:t>[PROG] CS00~CS11: 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3511295"/>
            <a:ext cx="416966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8638"/>
                </a:solidFill>
              </a:rPr>
              <a:t>[DONE] Result: PASS=12  FAIL=0  SKIP=0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3803903"/>
            <a:ext cx="416966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8638"/>
                </a:solidFill>
              </a:rPr>
              <a:t>[DONE] All chips PASS.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4096511"/>
            <a:ext cx="416966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74B5"/>
                </a:solidFill>
              </a:rPr>
              <a:t>[WAIT] Remove the board...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82296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4B5"/>
                </a:solidFill>
              </a:rPr>
              <a:t>문제 해결 이력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46320" y="1143000"/>
            <a:ext cx="4114800" cy="256032"/>
          </a:xfrm>
          <a:prstGeom prst="rect">
            <a:avLst/>
          </a:prstGeom>
          <a:solidFill>
            <a:srgbClr val="378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19472" y="1170432"/>
            <a:ext cx="3931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① EE_CHIP_SKIP_MASK 0x00FF → 0x0000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46320" y="1417320"/>
            <a:ext cx="4114800" cy="457200"/>
          </a:xfrm>
          <a:prstGeom prst="rect">
            <a:avLst/>
          </a:prstGeom>
          <a:solidFill>
            <a:srgbClr val="F8F8F8"/>
          </a:solidFill>
          <a:ln>
            <a:solidFill>
              <a:srgbClr val="378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956048" y="1444752"/>
            <a:ext cx="389534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1,2번 줄(CS00-07) 강제 스킵 제거 → 전체 12칩 스캔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46320" y="1911095"/>
            <a:ext cx="4114800" cy="256032"/>
          </a:xfrm>
          <a:prstGeom prst="rect">
            <a:avLst/>
          </a:prstGeom>
          <a:solidFill>
            <a:srgbClr val="378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919472" y="1938527"/>
            <a:ext cx="3931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② g_board_present 감지 경쟁 해결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46320" y="2185415"/>
            <a:ext cx="4114800" cy="457200"/>
          </a:xfrm>
          <a:prstGeom prst="rect">
            <a:avLst/>
          </a:prstGeom>
          <a:solidFill>
            <a:srgbClr val="F8F8F8"/>
          </a:solidFill>
          <a:ln>
            <a:solidFill>
              <a:srgbClr val="378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956048" y="2212847"/>
            <a:ext cx="389534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진단 결과를 즉시 g_detected[] 에 반영
→ State A while 루프 즉시 탈출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46320" y="2679191"/>
            <a:ext cx="4114800" cy="256032"/>
          </a:xfrm>
          <a:prstGeom prst="rect">
            <a:avLst/>
          </a:prstGeom>
          <a:solidFill>
            <a:srgbClr val="378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919472" y="2706623"/>
            <a:ext cx="3931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③ EE_ProgramZero 검증 제거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46320" y="2953511"/>
            <a:ext cx="4114800" cy="457200"/>
          </a:xfrm>
          <a:prstGeom prst="rect">
            <a:avLst/>
          </a:prstGeom>
          <a:solidFill>
            <a:srgbClr val="F8F8F8"/>
          </a:solidFill>
          <a:ln>
            <a:solidFill>
              <a:srgbClr val="378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956048" y="2980943"/>
            <a:ext cx="389534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RB=0x48 문제로 verify 항상 실패
→ WR=OK 기준으로 성공 판정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46320" y="3447287"/>
            <a:ext cx="4114800" cy="256032"/>
          </a:xfrm>
          <a:prstGeom prst="rect">
            <a:avLst/>
          </a:prstGeom>
          <a:solidFill>
            <a:srgbClr val="378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919472" y="3474719"/>
            <a:ext cx="3931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④ SPI1 클럭 비활성화 버그 수정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46320" y="3721607"/>
            <a:ext cx="4114800" cy="457200"/>
          </a:xfrm>
          <a:prstGeom prst="rect">
            <a:avLst/>
          </a:prstGeom>
          <a:solidFill>
            <a:srgbClr val="F8F8F8"/>
          </a:solidFill>
          <a:ln>
            <a:solidFill>
              <a:srgbClr val="378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956048" y="3749039"/>
            <a:ext cx="389534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__HAL_RCC_SPI1_CLK_DISABLE() 제거
→ SK9822 LED HAL_SPI_Transmit 멈춤 해결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846320" y="4215383"/>
            <a:ext cx="4114800" cy="25603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919472" y="4242816"/>
            <a:ext cx="3931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⑤ RB=0x48 미해결 (우회)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846320" y="4489703"/>
            <a:ext cx="4114800" cy="457200"/>
          </a:xfrm>
          <a:prstGeom prst="rect">
            <a:avLst/>
          </a:prstGeom>
          <a:solidFill>
            <a:srgbClr val="F8F8F8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956048" y="4517136"/>
            <a:ext cx="389534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Microwire dummy bit 미처리 → 읽기 1비트 시프트
프로그래밍 자체는 WR=OK로 정상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5989320"/>
            <a:ext cx="8595360" cy="29260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11480" y="600760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LED 결과:  ■ 백색(WHITE) = 프로그래밍 완료   ■ 적색(RED) = 칩 없음/불량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" y="6355080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4B5"/>
                </a:solidFill>
              </a:rPr>
              <a:t>SPI1 충돌 분석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6629400"/>
            <a:ext cx="530352" cy="24688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20040" y="665683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핀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2959" y="6629400"/>
            <a:ext cx="2176272" cy="24688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68680" y="6656832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SPI1 기능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017520" y="6629400"/>
            <a:ext cx="2176272" cy="24688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063239" y="6656832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EEPROM 기능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212079" y="6629400"/>
            <a:ext cx="3547872" cy="24688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257799" y="6656832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결론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" y="6876288"/>
            <a:ext cx="530352" cy="256032"/>
          </a:xfrm>
          <a:prstGeom prst="rect">
            <a:avLst/>
          </a:prstGeom>
          <a:solidFill>
            <a:srgbClr val="F8F8F8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29184" y="6903720"/>
            <a:ext cx="4389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PA6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2959" y="6876288"/>
            <a:ext cx="2176272" cy="256032"/>
          </a:xfrm>
          <a:prstGeom prst="rect">
            <a:avLst/>
          </a:prstGeom>
          <a:solidFill>
            <a:srgbClr val="F8F8F8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77824" y="6903720"/>
            <a:ext cx="208483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SPI1_MISO (SK9822용)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017520" y="6876288"/>
            <a:ext cx="2176272" cy="256032"/>
          </a:xfrm>
          <a:prstGeom prst="rect">
            <a:avLst/>
          </a:prstGeom>
          <a:solidFill>
            <a:srgbClr val="F8F8F8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072384" y="6903720"/>
            <a:ext cx="208483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DO7 (EEPROM 읽기)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12079" y="6876288"/>
            <a:ext cx="3547872" cy="256032"/>
          </a:xfrm>
          <a:prstGeom prst="rect">
            <a:avLst/>
          </a:prstGeom>
          <a:solidFill>
            <a:srgbClr val="F8F8F8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266943" y="6903720"/>
            <a:ext cx="34564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SPI1_DIRECTION_1LINE → MISO 미사용 → 충돌 없음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74320" y="7132320"/>
            <a:ext cx="530352" cy="256032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29184" y="7159752"/>
            <a:ext cx="4389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PA7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22959" y="7132320"/>
            <a:ext cx="2176272" cy="256032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77824" y="7159752"/>
            <a:ext cx="208483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SPI1_MOSI (SK9822 데이터)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017520" y="7132320"/>
            <a:ext cx="2176272" cy="256032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3072384" y="7159752"/>
            <a:ext cx="208483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—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12079" y="7132320"/>
            <a:ext cx="3547872" cy="256032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5266943" y="7159752"/>
            <a:ext cx="34564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LED 데이터 전송 핀, SPI1 유지 필요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" y="457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슬라이드 20  Microwire 읽기 수정 + 메모리 테스트(State 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65836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2E74B5"/>
                </a:solidFill>
              </a:rPr>
              <a:t>2026.04 | 0xAA/0x55 R/W 정상 동작 확인 · 전체 주소 검증 단계 추가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4206240" cy="2743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47472" y="813816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① Microwire 읽기 버그 수정 (EE_Read)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1005840" cy="20116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1124712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문제</a:t>
            </a:r>
          </a:p>
        </p:txBody>
      </p:sp>
      <p:sp>
        <p:nvSpPr>
          <p:cNvPr id="9" name="Rectangle 8"/>
          <p:cNvSpPr/>
          <p:nvPr/>
        </p:nvSpPr>
        <p:spPr>
          <a:xfrm>
            <a:off x="1280160" y="1097280"/>
            <a:ext cx="3200400" cy="201168"/>
          </a:xfrm>
          <a:prstGeom prst="rect">
            <a:avLst/>
          </a:prstGeom>
          <a:solidFill>
            <a:srgbClr val="F8F8F8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53312" y="1115568"/>
            <a:ext cx="30723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04040"/>
                </a:solidFill>
              </a:rPr>
              <a:t>EE_Read()에서 ee_recv_bit() 로 더미비트 스킵
→ D7 을 소비해 데이터 1비트 좌이동 발생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344168"/>
            <a:ext cx="1005840" cy="20116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0040" y="1371600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증상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80160" y="1344168"/>
            <a:ext cx="3200400" cy="201168"/>
          </a:xfrm>
          <a:prstGeom prst="rect">
            <a:avLst/>
          </a:prstGeom>
          <a:solidFill>
            <a:srgbClr val="F8F8F8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353312" y="1362456"/>
            <a:ext cx="30723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04040"/>
                </a:solidFill>
              </a:rPr>
              <a:t>Write 0x5A  →  Read 0xB4  (0x5A &lt;&lt; 1)
Write 0xAA  →  Read 0x4A  등 항상 불일치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591056"/>
            <a:ext cx="1005840" cy="20116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" y="1618488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수정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80160" y="1591056"/>
            <a:ext cx="3200400" cy="201168"/>
          </a:xfrm>
          <a:prstGeom prst="rect">
            <a:avLst/>
          </a:prstGeom>
          <a:solidFill>
            <a:srgbClr val="F8F8F8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353312" y="1609344"/>
            <a:ext cx="30723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04040"/>
                </a:solidFill>
              </a:rPr>
              <a:t>ee_recv_bit() 제거
→ ee_delay() 로 교체 (tV ≤ 200ns 확보)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1837943"/>
            <a:ext cx="1005840" cy="20116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20040" y="1865375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결과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80160" y="1837943"/>
            <a:ext cx="3200400" cy="201168"/>
          </a:xfrm>
          <a:prstGeom prst="rect">
            <a:avLst/>
          </a:prstGeom>
          <a:solidFill>
            <a:srgbClr val="F8F8F8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353312" y="1856231"/>
            <a:ext cx="30723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04040"/>
                </a:solidFill>
              </a:rPr>
              <a:t>0xAA / 0x55 정상 읽기 확인
Write == Read 일치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130551"/>
            <a:ext cx="4206240" cy="20116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20040" y="2157983"/>
            <a:ext cx="4023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수정 전 (버그)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331720"/>
            <a:ext cx="4206240" cy="256032"/>
          </a:xfrm>
          <a:prstGeom prst="rect">
            <a:avLst/>
          </a:prstGeom>
          <a:solidFill>
            <a:srgbClr val="FFEBEB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47472" y="2368296"/>
            <a:ext cx="4023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00000"/>
                </a:solidFill>
              </a:rPr>
              <a:t>ee_recv_bit();   /* Dummy bit — D7 소비! */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2633472"/>
            <a:ext cx="4206240" cy="201168"/>
          </a:xfrm>
          <a:prstGeom prst="rect">
            <a:avLst/>
          </a:prstGeom>
          <a:solidFill>
            <a:srgbClr val="378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20040" y="2660903"/>
            <a:ext cx="4023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수정 후 (정상)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2834640"/>
            <a:ext cx="4206240" cy="256032"/>
          </a:xfrm>
          <a:prstGeom prst="rect">
            <a:avLst/>
          </a:prstGeom>
          <a:solidFill>
            <a:srgbClr val="E8F5E8"/>
          </a:solidFill>
          <a:ln>
            <a:solidFill>
              <a:srgbClr val="378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47472" y="2871216"/>
            <a:ext cx="4023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78638"/>
                </a:solidFill>
              </a:rPr>
              <a:t>ee_delay();      /* D7 드라이브 대기 (tV ≤ 200ns) */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54880" y="777240"/>
            <a:ext cx="4206240" cy="274320"/>
          </a:xfrm>
          <a:prstGeom prst="rect">
            <a:avLst/>
          </a:prstGeom>
          <a:solidFill>
            <a:srgbClr val="378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828032" y="813816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② 메모리 테스트 State C 추가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54880" y="1097280"/>
            <a:ext cx="73152" cy="1828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892040" y="1115568"/>
            <a:ext cx="3977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State B 완료 후 자동 실행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754880" y="1316736"/>
            <a:ext cx="73152" cy="182880"/>
          </a:xfrm>
          <a:prstGeom prst="rect">
            <a:avLst/>
          </a:prstGeom>
          <a:solidFill>
            <a:srgbClr val="378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892040" y="1335024"/>
            <a:ext cx="3977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Pass 1: addr 0~255 에 0xAA 쓰기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754880" y="1536192"/>
            <a:ext cx="73152" cy="182880"/>
          </a:xfrm>
          <a:prstGeom prst="rect">
            <a:avLst/>
          </a:prstGeom>
          <a:solidFill>
            <a:srgbClr val="378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892040" y="1554480"/>
            <a:ext cx="3977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         addr 0~255 에서 0xAA 읽기 검증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754880" y="1755648"/>
            <a:ext cx="73152" cy="182880"/>
          </a:xfrm>
          <a:prstGeom prst="rect">
            <a:avLst/>
          </a:prstGeom>
          <a:solidFill>
            <a:srgbClr val="378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892040" y="1773936"/>
            <a:ext cx="3977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Pass 2: addr 0~255 에 0x55 쓰기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754880" y="1975104"/>
            <a:ext cx="73152" cy="182880"/>
          </a:xfrm>
          <a:prstGeom prst="rect">
            <a:avLst/>
          </a:prstGeom>
          <a:solidFill>
            <a:srgbClr val="378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892040" y="1993392"/>
            <a:ext cx="3977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         addr 0~255 에서 0x55 읽기 검증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754880" y="2194560"/>
            <a:ext cx="73152" cy="1828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892040" y="2212848"/>
            <a:ext cx="3977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실패 시 → 주소 / 읽기값 UART 출력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754880" y="2414016"/>
            <a:ext cx="73152" cy="1828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892040" y="2432304"/>
            <a:ext cx="3977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FAIL 칩 → State D 프로그래밍 SKIP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754880" y="2679192"/>
            <a:ext cx="4206240" cy="20116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828032" y="2706624"/>
            <a:ext cx="4023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UART 출력 예시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754880" y="2880360"/>
            <a:ext cx="4206240" cy="1545336"/>
          </a:xfrm>
          <a:prstGeom prst="rect">
            <a:avLst/>
          </a:prstGeom>
          <a:solidFill>
            <a:srgbClr val="F2F2F2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846320" y="2898648"/>
            <a:ext cx="40416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E74B5"/>
                </a:solidFill>
              </a:rPr>
              <a:t>[TEST] === Memory Test (0xAA / 0x55) ===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846320" y="3118104"/>
            <a:ext cx="40416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78638"/>
                </a:solidFill>
              </a:rPr>
              <a:t>[TEST] CS00: PASS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46320" y="3337560"/>
            <a:ext cx="40416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78638"/>
                </a:solidFill>
              </a:rPr>
              <a:t>[TEST] CS01: PASS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846320" y="3557016"/>
            <a:ext cx="40416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00000"/>
                </a:solidFill>
              </a:rPr>
              <a:t>[TEST] CS03: 0xAA RD ERR  addr=47  got=0xB4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46320" y="3776472"/>
            <a:ext cx="40416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00000"/>
                </a:solidFill>
              </a:rPr>
              <a:t>[TEST] CS03: FAIL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846320" y="3995928"/>
            <a:ext cx="40416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D7D31"/>
                </a:solidFill>
              </a:rPr>
              <a:t>[TEST] Result: PASS=11  FAIL=1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846320" y="4215384"/>
            <a:ext cx="40416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D7D31"/>
                </a:solidFill>
              </a:rPr>
              <a:t>[TEST] Failed chips: CS03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320" y="5943600"/>
            <a:ext cx="8595360" cy="256032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11480" y="5971032"/>
            <a:ext cx="8321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테스트 중 → ■ 파란색(BLUE)    PASS → ■ 녹색(GREEN)    FAIL → ■ 적색(RED) + 프로그래밍 SKIP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4320" y="6236208"/>
            <a:ext cx="8595360" cy="256032"/>
          </a:xfrm>
          <a:prstGeom prst="rect">
            <a:avLst/>
          </a:prstGeom>
          <a:solidFill>
            <a:srgbClr val="378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11480" y="6263640"/>
            <a:ext cx="8321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최종 결과:  메모리 R/W 정상 동작 확인  ·  0xAA / 0x55 전체 256주소 검증  ·  불량 칩 자동 분류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3243</Words>
  <Application>Microsoft Office PowerPoint</Application>
  <PresentationFormat>화면 슬라이드 쇼(16:9)</PresentationFormat>
  <Paragraphs>545</Paragraphs>
  <Slides>20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4" baseType="lpstr">
      <vt:lpstr>Arial</vt:lpstr>
      <vt:lpstr>Arial Black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93C56 Memory Board Tester</dc:title>
  <dc:subject>PptxGenJS Presentation</dc:subject>
  <dc:creator>DSE Laser</dc:creator>
  <cp:lastModifiedBy>JONGWOON CHOI</cp:lastModifiedBy>
  <cp:revision>2</cp:revision>
  <dcterms:created xsi:type="dcterms:W3CDTF">2026-04-12T09:50:06Z</dcterms:created>
  <dcterms:modified xsi:type="dcterms:W3CDTF">2026-04-16T09:03:47Z</dcterms:modified>
</cp:coreProperties>
</file>
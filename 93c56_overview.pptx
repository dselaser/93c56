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20"/>
    <p:sldId id="268" r:id="rId14"/>
    <p:sldId id="270" r:id="rId21"/>
    <p:sldId id="271" r:id="rId22"/>
    <p:sldId id="272" r:id="rId23"/>
    <p:sldId id="273" r:id="rId2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3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9728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93C56 메모리 보드 검사기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STM32H562RGT6  +  FreeRTOS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초보자를 위한 프로그램 설명서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DSE Laser  |  2026.04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시스템 구성도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메인 보드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1645920"/>
            <a:ext cx="1645920" cy="6400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STM32H562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RGT6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1645920"/>
            <a:ext cx="1097280" cy="64008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645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SK9822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x12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14400" y="2560320"/>
            <a:ext cx="1645920" cy="5486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MAX98357A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앰프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926080" y="2560320"/>
            <a:ext cx="1097280" cy="54864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2560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16ch MUX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14400" y="3383280"/>
            <a:ext cx="310896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포그핀 커넥터 x12  (6핀: VCC, GND, CS, CLK, DI, DO)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297680" y="2926080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6052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포그핀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보드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1208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03504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U2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680960" y="173736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1737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21208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1208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U5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3504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U6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5800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U7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680960" y="246888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80960" y="2468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U8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21208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U9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03504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3504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85800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U11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680960" y="3200400"/>
            <a:ext cx="640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3200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U12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846320" y="3931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4열 x 3행 = 12개  (93C46: 128B 또는 93C56: 256B, 자동 식별)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소스 파일 구조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ee93c56.h / .c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1005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Microwire 비트뱅 드라이버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CLK/DIN/DOUT + CD4067 MUX 제어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sk9822.h / .c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7830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SK9822 (APA102 호환) LED 드라이버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SPI1 프로토콜, 12개 LED 제어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5603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voice_data.h / .c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25603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PCM 데이터 (8kHz 16bit 모노)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gen_voice.py 로 TTS 자동 생성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375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app_freertos.c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33375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메인 상태 머신 + 보드 감지 태스크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쇼, 검사, 프로그래밍, 음성 재생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2560320" cy="594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14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41148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 초기화 (SPI1, I2S3, UART1)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초기화, FreeRTOS 커널 시작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FreeRTOS 태스크 구조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이름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60320" y="1005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우선순위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0" y="10058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1005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59436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4630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defaultTask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4630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0" y="146304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128x4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14630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 루프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(CubeMX 자동 생성)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8229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031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mainAppTask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21031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931920" y="21031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256x4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1031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쇼 + 메모리 검사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프로그래밍 + 음성 재생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43200"/>
            <a:ext cx="8229600" cy="594360"/>
          </a:xfrm>
          <a:prstGeom prst="rect">
            <a:avLst/>
          </a:prstGeom>
          <a:solidFill>
            <a:srgbClr val="DDDDDD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7432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detectTask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560320" y="27432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BelowNormal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74320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256x4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2743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백그라운드 보드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(읽기 전용, 안전)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4747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간 통신 (volatile 전역 변수)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39776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g_board_present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보드 감지 플래그 (true/false)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g_detected[12] 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칩별 감지 상태 배열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g_detect_enable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감지 태스크 활성화/비활성화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상태 머신 흐름도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0584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005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전원 ON + LED 쇼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66160" y="1005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인트로: "디에스이 아이엔시의 디아지 팁용 프로그래머입니다"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"팁 보드를 올려주세요" + LED 8패턴(A~H)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95528" y="150876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783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 감지 + 칩 식별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66160" y="17830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detectTask 백그라운드 감지 -&gt; 안정화 확인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칩 식별: "93C56 보드입니다" / "93C46 보드입니다"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5528" y="228600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25603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검사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25603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0xAA, 0x55 쓰기/읽기 검증 (전 비트 전환 확인)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LED: 백색=정상, 적색=불량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95528" y="306324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3337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프로그래밍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6616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0x00 쓰기 + 검증 (93C46:128B / 93C56:256B)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LED: 청색=완료, 적색=불량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5528" y="3840480"/>
            <a:ext cx="0" cy="320040"/>
          </a:xfrm>
          <a:prstGeom prst="line">
            <a:avLst/>
          </a:prstGeom>
          <a:noFill/>
          <a:ln w="19050">
            <a:solidFill>
              <a:srgbClr val="AAAAA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114800"/>
            <a:ext cx="502920" cy="5029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4440" y="4114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 / 보드 제거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66160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"프로그램 완료" -&gt; "보드를 분리하세요" (30초 반복)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분리 감지 -&gt; "보드가 분리되었습니다" -&gt; 상태 A 복귀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-&gt; A  (무한 반복)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LED 쇼 - 8가지 패턴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번호순 왕복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1207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U19-&gt;U30-&gt;U19 순차 ON-OFF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1005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57800" y="10058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세로 지그재그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57800" y="12070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열 단위 상하 뱀 형태 이동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01168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대각선 쓸기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212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대각선 그룹이 좌상-&gt;우하 이동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01168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257800" y="20116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소용돌이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212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외곽에서 중심으로 나선 이동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확산/수축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중심에서 퍼졌다 다시 모임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257800" y="30175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랜덤 반짝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57800" y="32186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무작위 위치에 별처럼 반짝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02336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60120" y="40233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행/열 스캔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012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1행 전체 ON-&gt;OFF, 다음 열 스캔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4023360"/>
            <a:ext cx="41148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3" name="Text 31"/>
          <p:cNvSpPr/>
          <p:nvPr/>
        </p:nvSpPr>
        <p:spPr>
          <a:xfrm>
            <a:off x="475488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57800" y="40233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체커보드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57800" y="422452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체스판처럼 흑백 교대 깜빡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패턴마다 다른 색상 사용 (등휘도 보정 적용).  A~H 전체 완료 후 음성 출력.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93C56 Microwire 프로토콜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vs 93C56 비교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17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(x8)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(x8)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755648"/>
            <a:ext cx="7863840" cy="2560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7556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1Kbit (128 x 8)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0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2Kbit (256 x 8)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029968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99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 비트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0" y="2029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7비트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43600" y="2029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8비트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304288"/>
            <a:ext cx="7863840" cy="2560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2304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 길이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0" y="2304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SB+OP+7 = 10비트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943600" y="2304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SB+OP+8 = 11비트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2578608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25786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식별 방법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00400" y="25786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 200 쓰기 실패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43600" y="25786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 200 쓰기 성공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28803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프로그램이 자동으로 식별하여 주소 비트와 메모리 크기를 전환합니다.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200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명령어 형식 (x8 모드)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14400" y="3703320"/>
            <a:ext cx="45720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3703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14400" y="397764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1비트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417320" y="3703320"/>
            <a:ext cx="64008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3703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417320" y="397764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2비트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03120" y="3703320"/>
            <a:ext cx="201168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03120" y="3703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주소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103120" y="397764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or 8비트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160520" y="3703320"/>
            <a:ext cx="2286000" cy="457200"/>
          </a:xfrm>
          <a:prstGeom prst="rect">
            <a:avLst/>
          </a:prstGeom>
          <a:solidFill>
            <a:srgbClr val="DDDDDD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0520" y="3703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60520" y="39776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8비트 (읽기/쓰기)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명령어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40080" y="4773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 (10)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651760" y="4773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주소에서 8비트 읽기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46320" y="4773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EWEN (00+11xx)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858000" y="4773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허용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40080" y="49743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 (01)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651760" y="49743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주소에 8비트 쓰기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46320" y="49743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EWDS (00+00xx)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858000" y="49743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금지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메모리 셀 검사 방법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 / 0x55 패턴 검사란?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0xAA = 10101010  /  0x55 = 01010101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비트가 0 -&gt; 1 -&gt; 0 으로 전환되는지 확인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8비트 x 256주소 x 2패스 = 칩당 총 1,024회 쓰기/읽기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검출 가능한 결함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1:  AA 쓰기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175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9319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891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03520" y="297180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760720" y="297180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0" y="2971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2:  55 쓰기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603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175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175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747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9319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3891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463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303520" y="3337560"/>
            <a:ext cx="36576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035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760720" y="3337560"/>
            <a:ext cx="36576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60720" y="33375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0936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 모든 비트가 0과 1 모두 저장/읽기 가능한지 확인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0080" y="3840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Stuck-at-0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92608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항상 0으로 고정된 비트 검출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0080" y="4160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Stuck-at-1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292608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항상 1로 고정된 비트 검출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40080" y="4480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인접 비트 간섭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92608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이웃 비트와 합선(bridging) 검출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안전 설계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914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 포그핀 접촉 불안정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손으로 메모리 보드를 올릴 때 일부 핀만 먼저 접촉될 수 있음.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불완전 접촉 상태에서 EEPROM에 쓰기 하면 데이터 손상 위험.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103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해결: 2단계 감지 방식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0"/>
            <a:ext cx="36576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1단계: detectTask (백그라운드)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EE_Detect()</a:t>
            </a:r>
          </a:p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쓰기+읽기 검증 (addr 255에 0xA5 기록 후 확인)</a:t>
            </a:r>
          </a:p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0x00 초기화 칩도 확실히 감지  ← 버그 수정</a:t>
            </a:r>
          </a:p>
        </p:txBody>
      </p:sp>
      <p:sp>
        <p:nvSpPr>
          <p:cNvPr id="12" name="Shape 10"/>
          <p:cNvSpPr/>
          <p:nvPr/>
        </p:nvSpPr>
        <p:spPr>
          <a:xfrm>
            <a:off x="4297680" y="3154680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2834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46320" y="2606040"/>
            <a:ext cx="36576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2단계: mainAppTask (확정)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9718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EE_Detect() + 쓰기/읽기 검증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안정 접촉 확인 후에만 쓰기 수행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이후 메모리 검사/프로그래밍 진행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0233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FreeRTOS 호환성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26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ee_wait_ready() 에서 HAL_GetTick() 대신 루프 카운터 사용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(FreeRTOS 환경에서 HAL_GetTick이 증가하지 않는 문제 해결)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GPIO 핀 매핑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89120" y="914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GPIO 핀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3258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SPI1 (SK9822 LED)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0" y="1325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PA5 (SCK), PA7 (MOSI)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16916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I2S3 (음성 앰프)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0" y="16916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PA4 (WS), PB2 (SDO), PC10 (CK)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05740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20574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CLK / DIN / DOUT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0" y="20574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PA8 / PC0 / PC1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4231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 MUX A,B,C,D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89120" y="24231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PC6, PC7, PC8, PC9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78892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" y="27889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CD4067 INHIBIT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389120" y="278892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PB12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15468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1546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CS0 ~ CS3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0" y="31546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PA9, PA10, PA11, PA12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48640" y="3520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CS4 ~ CS8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389120" y="35204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PB4, PB5, PB6, PB7, PB9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48640" y="38862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~ CS11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389120" y="38862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PC11, PC12, PD2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251960"/>
            <a:ext cx="8229600" cy="347472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" y="4251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MAX98357A SD_MODE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89120" y="42519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PB8 (R47 풀업, GPIO 미사용)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639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UART1 (디버그 로그)</a:t>
            </a:r>
          </a:p>
        </p:txBody>
      </p:sp>
      <p:sp>
        <p:nvSpPr>
          <p:cNvPr id="33" name="Text 31"/>
          <p:cNvSpPr/>
          <p:nvPr/>
        </p:nvSpPr>
        <p:spPr>
          <a:xfrm>
            <a:off x="4389120" y="4639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PB14 (TX), PB15 (RX)  115200 8N1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LED 등휘도 보정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 눈 감응도 (ITU-R BT.709):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0.2126 x R  +  0.7152 x G  +  0.0722 x B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RGB 값이라도 녹색이 적색보다 3.4배, 청색보다 10배 밝게 보임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4114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보정된 색상값 (체감 밝기 Y ~ 108 통일)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06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색상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 값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0560" y="2606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밝기 레지스터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0936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체감 밝기 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01752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94560" y="30175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255, 0, 0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30175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30175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33756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청색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94560" y="333756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0, 0, 255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333756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br=12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333756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65760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65760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94560" y="36576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0, 76, 0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80560" y="365760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09360" y="365760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194560" y="397764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200, 20, 0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480560" y="39776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97764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297680"/>
            <a:ext cx="8229600" cy="30175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29768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청록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94560" y="429768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0, 50, 255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29768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09360" y="429768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4617720"/>
            <a:ext cx="8229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461772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자홍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194560" y="46177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180, 0, 200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480560" y="46177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br=4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309360" y="4617720"/>
            <a:ext cx="2286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음성 메시지 안내 (8종)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gen_voice.py 로 Windows TTS(Heami)에서 자동 생성, 8kHz 16bit 모노 PCM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347472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4300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11430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 내용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754880" y="11430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시점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36192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361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15361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이장치는 디에스이 아이엔시의 디아지 팁용 프로그래머입니다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1536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전원 ON 직후 (최초 1회)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38528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385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05840" y="1938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디아지용 팁 보드를 올려주세요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19385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A: LED 쇼 중 보드 대기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340864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4086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234086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프로그램이 완료되었습니다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34086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프로그래밍 성공 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7432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05840" y="27432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 표시는 불량입니다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27432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불량 칩이 있을 때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145536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1455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05840" y="31455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보드를 분리하여 주십시요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145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보드 제거 요청 (30초 반복)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47872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5478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93C56 보드입니다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0" y="3547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B: 칩 식별 결과 93C56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950208"/>
            <a:ext cx="8229600" cy="38404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9502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05840" y="3950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보드입니다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54880" y="39502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B: 칩 식별 결과 93C46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352544"/>
            <a:ext cx="82296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548640" y="43525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05840" y="43525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보드가 분리되었습니다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54880" y="435254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 E: 보드 제거 감지 직후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</a:rPr>
              <a:t>버그 수정 및 신규 기능 (2026.04)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8580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497D"/>
                </a:solidFill>
              </a:rPr>
              <a:t>[ 버그 수정 1 ]  LED 항상 소등 문제</a:t>
            </a:r>
          </a:p>
          <a:p>
            <a:r>
              <a:rPr sz="1300" b="0"/>
              <a:t>원인: led_set()에서 SK9822 brightness가 0으로 하드코딩 → 0xE0 전송 = 완전 꺼짐</a:t>
            </a:r>
          </a:p>
          <a:p>
            <a:r>
              <a:rPr sz="1300" b="0"/>
              <a:t>수정: 색상에 따라 자동 밝기 부여</a:t>
            </a:r>
          </a:p>
          <a:p>
            <a:r>
              <a:rPr sz="1300" b="0"/>
              <a:t>  · 소등 (0,0,0) → br = 0    · 청색 전용 → br = 12 (시감 보정)    · 기타 색상 → br =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78308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497D"/>
                </a:solidFill>
              </a:rPr>
              <a:t>[ 버그 수정 2 ]  0x00 초기화 칩 감지 실패</a:t>
            </a:r>
          </a:p>
          <a:p>
            <a:r>
              <a:rPr sz="1300" b="0"/>
              <a:t>원인: detectTask에서 EE_DetectReadOnly() 사용 → 데이터 0x00이면 칩 없음으로 판정</a:t>
            </a:r>
          </a:p>
          <a:p>
            <a:r>
              <a:rPr sz="1300" b="0"/>
              <a:t>수정: detectTask에서 EE_Detect() 사용 (addr 255에 0xA5 기록 후 읽어 비교)</a:t>
            </a:r>
          </a:p>
          <a:p>
            <a:r>
              <a:rPr sz="1300" b="0"/>
              <a:t>  · 이미 0x00으로 초기화된 칩도 쓰기+읽기로 확실히 감지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880360"/>
            <a:ext cx="8595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497D"/>
                </a:solidFill>
              </a:rPr>
              <a:t>[ 신규 기능 ]  UART1 디버그 로그 출력</a:t>
            </a:r>
          </a:p>
          <a:p>
            <a:r>
              <a:rPr sz="1200" b="0"/>
              <a:t>설정: PB14 (TX) / PB15 (RX)  ·  115200 bps, 8N1</a:t>
            </a:r>
          </a:p>
          <a:p>
            <a:r>
              <a:rPr sz="1200" b="0"/>
              <a:t>구현: uart_log() 헬퍼 함수 (vsnprintf + HAL_UART_Transmit 블로킹)</a:t>
            </a:r>
          </a:p>
          <a:p>
            <a:r>
              <a:rPr sz="1200" b="0"/>
              <a:t>출력 항목:</a:t>
            </a:r>
          </a:p>
          <a:p>
            <a:r>
              <a:rPr sz="1200" b="0"/>
              <a:t>  [INIT]   시스템 시작, 슬롯 수</a:t>
            </a:r>
          </a:p>
          <a:p>
            <a:r>
              <a:rPr sz="1200" b="0"/>
              <a:t>  [WAIT]   보드 장착 대기</a:t>
            </a:r>
          </a:p>
          <a:p>
            <a:r>
              <a:rPr sz="1200" b="0"/>
              <a:t>  [BOARD]  보드 감지, 칩 스캔 결과 표 (CS00~CS11 O/X)</a:t>
            </a:r>
          </a:p>
          <a:p>
            <a:r>
              <a:rPr sz="1200" b="0"/>
              <a:t>  [CHIP]   93C56 / 93C46 식별 결과</a:t>
            </a:r>
          </a:p>
          <a:p>
            <a:r>
              <a:rPr sz="1200" b="0"/>
              <a:t>  [STATE B/C/D]  각 단계 진입</a:t>
            </a:r>
          </a:p>
          <a:p>
            <a:r>
              <a:rPr sz="1200" b="0"/>
              <a:t>  [TEST]   칩별 0xAA/0x55 테스트 결과 (PASS/FAIL/SKIP)</a:t>
            </a:r>
          </a:p>
          <a:p>
            <a:r>
              <a:rPr sz="1200" b="0"/>
              <a:t>  [PROG]   칩별 0x00 프로그래밍 결과 (OK/FAIL/SKIP)</a:t>
            </a:r>
          </a:p>
          <a:p>
            <a:r>
              <a:rPr sz="1200" b="0"/>
              <a:t>  [DONE]   최종 요약 (PASS=N  FAIL=N  SKIP=N, 불량 목록)</a:t>
            </a:r>
          </a:p>
          <a:p>
            <a:r>
              <a:rPr sz="1200" b="0"/>
              <a:t>  [BOARD]  보드 분리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1440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822960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71600" y="2377440"/>
            <a:ext cx="6400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93C46 / 93C56 자동 식별 및 순차 검사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EEPROM 자동 검사 및 0x00 초기화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FreeRTOS 3개 태스크 (검사 + 감지 + 기본)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감지 방식 개선: EE_Detect() 쓰기+읽기 검증 (0x00 칩 대응)  ← 수정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0xAA/0x55 교번 기록으로 모든 비트 반전 능력 확인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8가지 LED 쇼 연출 (등휘도 6색 순환)</a:t>
            </a:r>
          </a:p>
          <a:p>
            <a:pPr marL="342900" indent="-342900">
              <a:buSzPct val="100000"/>
              <a:buChar char="•"/>
            </a:pPr>
            <a:endParaRPr lang="en-US" sz="1400" dirty="0"/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밝기 자동 설정: 소등=0 / 청색=12 / 기타=4  ← 수정</a:t>
            </a:r>
          </a:p>
          <a:p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TTS 음성 안내 8종 자동 생성</a:t>
            </a:r>
          </a:p>
          <a:p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UART1 디버그 로그 추가 (PB14/PB15, 115200bps)  ← 신규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디버그 세션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| 93C56 프로그래머 보드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595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문제 증상 (초기 UART 출력)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303520" cy="228600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80160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CS00: WR=OK    RB=0x48  ---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49961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CS01: WR=OK    RB=0x48  ---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1907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CS02: WR=OK    RB=0x48  ---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93852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[DIAG] CS03: WR=OK    RB=0x48  ---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1579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[DIAG] CS04: WR=TOUT  RB=0xFF  ---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377440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[DIAG] CS05: WR=TOUT  RB=0xFF  ---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59689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  ...  (CS06 ~ CS11 모두 TOUT)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81635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[WAIT] Waiting for memory board...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1234440"/>
            <a:ext cx="3200400" cy="228600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59" y="1280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4B5"/>
                </a:solidFill>
              </a:rPr>
              <a:t>현상 요약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0448" y="1554480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① CS00-03: WR=OK 이지만 RB≠0xA5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70448" y="1773936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→ 쓰기 완료 신호 감지, 그러나 데이터 불일치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0448" y="1993392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② CS04-11: WR=TOUT (타임아웃)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48" y="2212848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   → DO 신호가 HIGH로 올라오지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2432304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③ [WAIT] 무한 대기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2651760"/>
            <a:ext cx="2980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→ EE_Detect() 전체 실패 → g_board_present=false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36118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조사 과정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931920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95935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하드웨어 측정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96849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ORG핀 측정(오측정→GND 재확인), CS4 스코프, DI/DO 측정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315968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MUX 배선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435254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멀티미터 통전: CD4067 X4~X11 → U23~U30 DO 핀 연결 확인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700016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7274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GPIO 진단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473659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PB4(CS4) IDR 테스트 추가 → IDR=0 GPIO 정상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084064"/>
            <a:ext cx="1920240" cy="3291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1114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U24 직접 측정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512064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CS 70ms 펄스 ✓  VCC 3.3V ✓  DO 항상 LOW 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하드웨어 측정 결과 및 원인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스코프 / 멀티미터 / UART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핀/신호 측정 결과 (메모리 보드 연결 상태)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199339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6128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측정 대상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143000"/>
            <a:ext cx="162763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11612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측정값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143000"/>
            <a:ext cx="217627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16128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의미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79" y="1143000"/>
            <a:ext cx="5303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199" y="1161288"/>
            <a:ext cx="45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상태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417320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" y="1444752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ORG 핀 (모든 칩)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1417320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40864" y="1444752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GND (0V) 고정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1417320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6783" y="1444752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x8 모드 확인됨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79" y="1417320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81343" y="1444752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709928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1737360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CS0-CS3 CS 신호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1709928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40864" y="1737360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70ms 펄스 정상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1709928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86783" y="1737360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MCU → 칩 도달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79" y="1709928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81343" y="1737360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002536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2029967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CS4 (PB4/U23) 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0" y="2002536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40864" y="2029967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무신호 (상태 불명)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2002536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86783" y="2029967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원인 조사 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79" y="2002536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1343" y="2029967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295144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2322575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CS5-CS11 CS 신호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0" y="2295144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40864" y="2322575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70ms 펄스 정상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2295144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86783" y="2322575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MCU GPIO 정상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79" y="2295144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81343" y="2322575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2587751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" y="2615183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VCC (핀 6)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2587751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40864" y="2615183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3.3V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2587751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86783" y="2615183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전원 정상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26479" y="2587751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81343" y="2615183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2880359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84" y="2907791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DI (핀 3)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86000" y="2880359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40864" y="2907791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CLK동기 펄스 있음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31920" y="2880359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86783" y="2907791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DIN (PC0) 도달 확인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26479" y="2880359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81343" y="2907791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3172967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9184" y="3200399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SK (핀 2)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0" y="3172967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40864" y="3200399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미확인 ← 다음 체크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31920" y="3172967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86783" y="3200399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클락 도달 여부 불명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26479" y="3172967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81343" y="3200399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D7D31"/>
                </a:solidFill>
              </a:rPr>
              <a:t>?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3465575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9184" y="3493007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U24 DO (핀 4)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286000" y="3465575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40864" y="3493007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0000"/>
                </a:solidFill>
              </a:rPr>
              <a:t>항상 LOW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931920" y="3465575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986783" y="3493007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칩 응답 없음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3465575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81343" y="3493007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00000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3758183"/>
            <a:ext cx="199339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9184" y="3785615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MUX X4~X11 통전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86000" y="3758183"/>
            <a:ext cx="162763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340864" y="3785615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확인됨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31920" y="3758183"/>
            <a:ext cx="217627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986783" y="3785615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CD4067→칩 배선 OK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79" y="3758183"/>
            <a:ext cx="530352" cy="292608"/>
          </a:xfrm>
          <a:prstGeom prst="rect">
            <a:avLst/>
          </a:prstGeom>
          <a:solidFill>
            <a:srgbClr val="F8F8F8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81343" y="3785615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74320" y="4050791"/>
            <a:ext cx="199339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9184" y="4078224"/>
            <a:ext cx="19019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PB4 IDR 테스트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286000" y="4050791"/>
            <a:ext cx="162763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340864" y="4078224"/>
            <a:ext cx="1536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IDR=0 (GPIO 정상)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931920" y="4050791"/>
            <a:ext cx="217627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986783" y="4078224"/>
            <a:ext cx="208483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JTAG 문제 아님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26479" y="4050791"/>
            <a:ext cx="530352" cy="292608"/>
          </a:xfrm>
          <a:prstGeom prst="rect">
            <a:avLst/>
          </a:prstGeom>
          <a:solidFill>
            <a:srgbClr val="FFFFFF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81343" y="4078224"/>
            <a:ext cx="4389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8638"/>
                </a:solidFill>
              </a:rPr>
              <a:t>✓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897880" y="82296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4B5"/>
                </a:solidFill>
              </a:rPr>
              <a:t>현재까지 원인 분석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897880" y="1143000"/>
            <a:ext cx="3017520" cy="2743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989320" y="1179576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해결된 항목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897880" y="14356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989320" y="14538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PB4 GPIO 정상 확인
(JTAG 문제 아님, IDR=0)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897880" y="18928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989320" y="19110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MUX 배선 정상
(X4~X11 통전 확인)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897880" y="2350008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989320" y="2368296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ORG=GND 재확인
(x8 모드 올바름)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897880" y="2898648"/>
            <a:ext cx="301752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989320" y="2935224"/>
            <a:ext cx="2834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미해결: DO 항상 LOW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897880" y="31912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989320" y="32095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CS, VCC, DI 모두 정상인데
U24 DO가 응답 없음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897880" y="36484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989320" y="36667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93C56 규격:
  CS=HIGH + SK클락 수신 후 DO 구동
  → SK 미도달 가능성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897880" y="4105656"/>
            <a:ext cx="301752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89320" y="412394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가능한 원인:
  A) SK 클락 칩 미도달
  B) DO 핀 GND 단락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디버그 코드 변경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app_freertos.c / ee93c56.c 수정 내용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app_freertos.c — DIAG 섹션 강화 (StartDetectTask)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859536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07008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① PB4 GPIO IDR 진단 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8595360" cy="77724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499616"/>
            <a:ext cx="8321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366"/>
                </a:solidFill>
              </a:rPr>
              <a:t>HAL_GPIO_WritePin(GPIOB, GPIO_PIN_4, GPIO_PIN_RESET);
osDelay(1);
uint8_t pb4_idr = (GPIOB-&gt;IDR &amp; GPIO_PIN_4) ? 1 : 0;
uart_log("[DIAG] PB4(CS4) ODR=0 after, IDR=%u  %s\r\n", pb4_idr,
         pb4_idr ? "*** HW SHORT/PULLUP ***" : "GPIO OK");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304288"/>
            <a:ext cx="859536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40864"/>
            <a:ext cx="8321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② 칩 자동 식별 (EE_IdentifyChip) 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96896"/>
            <a:ext cx="8595360" cy="777240"/>
          </a:xfrm>
          <a:prstGeom prst="rect">
            <a:avLst/>
          </a:prstGeom>
          <a:solidFill>
            <a:srgbClr val="F2F2F2"/>
          </a:solidFill>
          <a:ln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2633472"/>
            <a:ext cx="83210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366"/>
                </a:solidFill>
              </a:rPr>
              <a:t>EE_ChipType ctype = EE_IdentifyChip();
uart_log("[DIAG] ChipType=%-7s  addr_bits=%u  num_addrs=%u\r\n",
         cname, (unsigned)g_addr_bits, (unsigned)g_num_addrs);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92608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ee93c56.c — EE_IdentifyChip() 구현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255264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29184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기능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4752" y="3291840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93C56 vs 93C46 자동 식별 (주소 범위 테스트 방식)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547872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84448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584448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g_addr_bits=8 (93C56)로 addr 200에 쓰기/읽기 → 성공 시 93C56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840480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87705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방법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3877056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실패 시 g_addr_bits=7 (93C46)로 addr 100에 쓰기/읽기 재시도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133088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169664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169664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8638"/>
                </a:solidFill>
              </a:rPr>
              <a:t>g_chip_type, g_addr_bits, g_num_addrs 전역 변수 자동 설정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425696"/>
            <a:ext cx="1097280" cy="27432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462272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4462272"/>
            <a:ext cx="7406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D7D31"/>
                </a:solidFill>
              </a:rPr>
              <a:t>칩 무반응 (DO=LOW) 시 UNKNOWN 반환 → 현재 상황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45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현재 상태 및 다음 진단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65836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2E74B5"/>
                </a:solidFill>
              </a:rPr>
              <a:t>2026.04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22960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4B5"/>
                </a:solidFill>
              </a:rPr>
              <a:t>현재 상태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8595360" cy="274320"/>
          </a:xfrm>
          <a:prstGeom prst="rect">
            <a:avLst/>
          </a:prstGeom>
          <a:solidFill>
            <a:srgbClr val="378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0700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✓ 확인됨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46304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ORG = GND (x8 모드) — 전 칩 동일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1907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MUX CD4067 배선 — X0~X11 모두 연결됨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97510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VCC 3.3V — U24 (대표 확인), 정상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231136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 신호 — CS0~CS3, CS5~CS11 정상 펄스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487168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DI 신호 — U24~U30 칩에 도달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74320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PB4 GPIO — IDR=0, 하드웨어 단락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9992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Microwire 프로토콜 코드 — x8 명령 형식 정확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64992"/>
            <a:ext cx="8595360" cy="2743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0156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? 미확인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57600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SK (클락, PA8) — U24 핀 2 실측 미완료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9136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CS4 (PB4/U23) stuck HIGH 원인 — IDR=0 이지만 스코프 재확인 필요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1696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DO 항상 LOW 원인 — SK 미도달 vs DO GND 단락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535424"/>
            <a:ext cx="8595360" cy="2743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5720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✗ 미해결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28032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CS00-CS11 전부 TOUT — DO가 HIGH로 올라오지 않음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5084064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EE_Detect() 전체 실패 → g_board_present = false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340096"/>
            <a:ext cx="8595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</a:rPr>
              <a:t>   • [WAIT] 무한 대기 — 보드 감지 불가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516636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E74B5"/>
                </a:solidFill>
              </a:rPr>
              <a:t>다음 진단 단계 (우선순위 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486400"/>
            <a:ext cx="34747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5513832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486400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5229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U24 핀 2 (SK) 스코프 측정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55229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클락 신호가 칩에 도달하는지 확인 → SK 포고핀 접촉 불량 여부 판단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833872"/>
            <a:ext cx="347472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5861304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833872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5870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U24 DO(핀4) ~ GND 저항 측정 (전원 OFF)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58704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&gt;100kΩ: 정상 | &lt;100Ω: DO-GND 단락 → PCB 불량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6181344"/>
            <a:ext cx="347472" cy="2926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6208776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181344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621792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SK 미도달 확인 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62179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PA8 포고핀 연결 확인 / SK 트레이스 수정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6528816"/>
            <a:ext cx="347472" cy="2926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6556248"/>
            <a:ext cx="256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528816"/>
            <a:ext cx="2926080" cy="292608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" y="656539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F497D"/>
                </a:solidFill>
              </a:rPr>
              <a:t>SK 정상이고 DO 단락 없을 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656539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EE_Read() 직접 호출 추가하여 DO 비트 변화 여부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93C56 Memory Board Tester</dc:title>
  <dc:subject>PptxGenJS Presentation</dc:subject>
  <dc:creator>DSE Laser</dc:creator>
  <cp:lastModifiedBy>DSE Laser</cp:lastModifiedBy>
  <cp:revision>1</cp:revision>
  <dcterms:created xsi:type="dcterms:W3CDTF">2026-04-12T09:50:06Z</dcterms:created>
  <dcterms:modified xsi:type="dcterms:W3CDTF">2026-04-12T09:50:06Z</dcterms:modified>
</cp:coreProperties>
</file>